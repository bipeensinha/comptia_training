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F4D63-3880-4F1F-A876-8CACDE378875}" v="16" dt="2026-09-03T13:08:09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52" autoAdjust="0"/>
  </p:normalViewPr>
  <p:slideViewPr>
    <p:cSldViewPr snapToGrid="0" snapToObjects="1">
      <p:cViewPr varScale="1">
        <p:scale>
          <a:sx n="99" d="100"/>
          <a:sy n="99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fo Desk" userId="ae29397e-aa92-4942-b8aa-5abb4bbe6b04" providerId="ADAL" clId="{C582BD9D-488B-425A-A8CB-82D43A2C2498}"/>
    <pc:docChg chg="undo custSel delSld modSld">
      <pc:chgData name="Info Desk" userId="ae29397e-aa92-4942-b8aa-5abb4bbe6b04" providerId="ADAL" clId="{C582BD9D-488B-425A-A8CB-82D43A2C2498}" dt="2026-09-03T15:02:43.791" v="216" actId="22"/>
      <pc:docMkLst>
        <pc:docMk/>
      </pc:docMkLst>
      <pc:sldChg chg="modSp mod">
        <pc:chgData name="Info Desk" userId="ae29397e-aa92-4942-b8aa-5abb4bbe6b04" providerId="ADAL" clId="{C582BD9D-488B-425A-A8CB-82D43A2C2498}" dt="2026-09-02T15:53:31.555" v="0" actId="12"/>
        <pc:sldMkLst>
          <pc:docMk/>
          <pc:sldMk cId="0" sldId="257"/>
        </pc:sldMkLst>
        <pc:spChg chg="mod">
          <ac:chgData name="Info Desk" userId="ae29397e-aa92-4942-b8aa-5abb4bbe6b04" providerId="ADAL" clId="{C582BD9D-488B-425A-A8CB-82D43A2C2498}" dt="2026-09-02T15:53:31.555" v="0" actId="12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 modNotesTx">
        <pc:chgData name="Info Desk" userId="ae29397e-aa92-4942-b8aa-5abb4bbe6b04" providerId="ADAL" clId="{C582BD9D-488B-425A-A8CB-82D43A2C2498}" dt="2026-09-03T15:01:29.600" v="199" actId="1076"/>
        <pc:sldMkLst>
          <pc:docMk/>
          <pc:sldMk cId="0" sldId="259"/>
        </pc:sldMkLst>
        <pc:spChg chg="del">
          <ac:chgData name="Info Desk" userId="ae29397e-aa92-4942-b8aa-5abb4bbe6b04" providerId="ADAL" clId="{C582BD9D-488B-425A-A8CB-82D43A2C2498}" dt="2026-09-02T15:54:40.152" v="7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00:52.064" v="12" actId="1076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5:54:35.273" v="6"/>
          <ac:spMkLst>
            <pc:docMk/>
            <pc:sldMk cId="0" sldId="259"/>
            <ac:spMk id="4" creationId="{00000000-0000-0000-0000-000000000000}"/>
          </ac:spMkLst>
        </pc:spChg>
        <pc:spChg chg="add del mod">
          <ac:chgData name="Info Desk" userId="ae29397e-aa92-4942-b8aa-5abb4bbe6b04" providerId="ADAL" clId="{C582BD9D-488B-425A-A8CB-82D43A2C2498}" dt="2026-09-02T16:00:47.256" v="10" actId="478"/>
          <ac:spMkLst>
            <pc:docMk/>
            <pc:sldMk cId="0" sldId="259"/>
            <ac:spMk id="7" creationId="{6A65B27E-3E9F-22BD-10B6-B4FD7883478C}"/>
          </ac:spMkLst>
        </pc:spChg>
        <pc:picChg chg="add mod">
          <ac:chgData name="Info Desk" userId="ae29397e-aa92-4942-b8aa-5abb4bbe6b04" providerId="ADAL" clId="{C582BD9D-488B-425A-A8CB-82D43A2C2498}" dt="2026-09-03T15:01:29.600" v="199" actId="1076"/>
          <ac:picMkLst>
            <pc:docMk/>
            <pc:sldMk cId="0" sldId="259"/>
            <ac:picMk id="4" creationId="{9E540E2D-5286-3160-72A1-2C4C645DAAB3}"/>
          </ac:picMkLst>
        </pc:picChg>
        <pc:picChg chg="add del mod">
          <ac:chgData name="Info Desk" userId="ae29397e-aa92-4942-b8aa-5abb4bbe6b04" providerId="ADAL" clId="{C582BD9D-488B-425A-A8CB-82D43A2C2498}" dt="2026-09-03T15:01:22.270" v="197" actId="21"/>
          <ac:picMkLst>
            <pc:docMk/>
            <pc:sldMk cId="0" sldId="259"/>
            <ac:picMk id="9" creationId="{B5D9C0CC-C2B5-F4B9-19A1-40018D5E1F40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1:37.640" v="201" actId="22"/>
        <pc:sldMkLst>
          <pc:docMk/>
          <pc:sldMk cId="0" sldId="260"/>
        </pc:sldMkLst>
        <pc:spChg chg="del">
          <ac:chgData name="Info Desk" userId="ae29397e-aa92-4942-b8aa-5abb4bbe6b04" providerId="ADAL" clId="{C582BD9D-488B-425A-A8CB-82D43A2C2498}" dt="2026-09-02T16:19:47.821" v="16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21:16.797" v="19" actId="1076"/>
          <ac:spMkLst>
            <pc:docMk/>
            <pc:sldMk cId="0" sldId="260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19:51.358" v="17" actId="478"/>
          <ac:spMkLst>
            <pc:docMk/>
            <pc:sldMk cId="0" sldId="260"/>
            <ac:spMk id="11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1:37.640" v="201" actId="22"/>
          <ac:picMkLst>
            <pc:docMk/>
            <pc:sldMk cId="0" sldId="260"/>
            <ac:picMk id="4" creationId="{6671E546-F233-0B12-452A-3E3414375A09}"/>
          </ac:picMkLst>
        </pc:picChg>
        <pc:picChg chg="add del mod">
          <ac:chgData name="Info Desk" userId="ae29397e-aa92-4942-b8aa-5abb4bbe6b04" providerId="ADAL" clId="{C582BD9D-488B-425A-A8CB-82D43A2C2498}" dt="2026-09-03T15:01:32.366" v="200" actId="21"/>
          <ac:picMkLst>
            <pc:docMk/>
            <pc:sldMk cId="0" sldId="260"/>
            <ac:picMk id="14" creationId="{3767EB95-A710-3EF3-6536-D3A1F491DD9E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1:47.753" v="203" actId="22"/>
        <pc:sldMkLst>
          <pc:docMk/>
          <pc:sldMk cId="0" sldId="261"/>
        </pc:sldMkLst>
        <pc:spChg chg="del">
          <ac:chgData name="Info Desk" userId="ae29397e-aa92-4942-b8aa-5abb4bbe6b04" providerId="ADAL" clId="{C582BD9D-488B-425A-A8CB-82D43A2C2498}" dt="2026-09-02T16:24:34.943" v="24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24:39.397" v="28" actId="1076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6:24:34.945" v="26"/>
          <ac:spMkLst>
            <pc:docMk/>
            <pc:sldMk cId="0" sldId="261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1:47.753" v="203" actId="22"/>
          <ac:picMkLst>
            <pc:docMk/>
            <pc:sldMk cId="0" sldId="261"/>
            <ac:picMk id="4" creationId="{81BFB0DE-807E-0893-46FE-184601862F0B}"/>
          </ac:picMkLst>
        </pc:picChg>
        <pc:picChg chg="add del mod">
          <ac:chgData name="Info Desk" userId="ae29397e-aa92-4942-b8aa-5abb4bbe6b04" providerId="ADAL" clId="{C582BD9D-488B-425A-A8CB-82D43A2C2498}" dt="2026-09-03T15:01:43.270" v="202" actId="21"/>
          <ac:picMkLst>
            <pc:docMk/>
            <pc:sldMk cId="0" sldId="261"/>
            <ac:picMk id="7" creationId="{EB0B2B49-78C8-865A-C294-4769D8C57753}"/>
          </ac:picMkLst>
        </pc:picChg>
      </pc:sldChg>
      <pc:sldChg chg="addSp delSp modSp mod">
        <pc:chgData name="Info Desk" userId="ae29397e-aa92-4942-b8aa-5abb4bbe6b04" providerId="ADAL" clId="{C582BD9D-488B-425A-A8CB-82D43A2C2498}" dt="2026-09-02T16:27:23.071" v="36" actId="1076"/>
        <pc:sldMkLst>
          <pc:docMk/>
          <pc:sldMk cId="0" sldId="262"/>
        </pc:sldMkLst>
        <pc:spChg chg="del">
          <ac:chgData name="Info Desk" userId="ae29397e-aa92-4942-b8aa-5abb4bbe6b04" providerId="ADAL" clId="{C582BD9D-488B-425A-A8CB-82D43A2C2498}" dt="2026-09-02T16:27:03.487" v="30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27:13.519" v="33" actId="1076"/>
          <ac:spMkLst>
            <pc:docMk/>
            <pc:sldMk cId="0" sldId="262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27:07.287" v="31" actId="478"/>
          <ac:spMkLst>
            <pc:docMk/>
            <pc:sldMk cId="0" sldId="262"/>
            <ac:spMk id="11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2T16:27:23.071" v="36" actId="1076"/>
          <ac:picMkLst>
            <pc:docMk/>
            <pc:sldMk cId="0" sldId="262"/>
            <ac:picMk id="14" creationId="{2F3BD567-141A-3616-3AC0-7EA81CB8125D}"/>
          </ac:picMkLst>
        </pc:picChg>
      </pc:sldChg>
      <pc:sldChg chg="del">
        <pc:chgData name="Info Desk" userId="ae29397e-aa92-4942-b8aa-5abb4bbe6b04" providerId="ADAL" clId="{C582BD9D-488B-425A-A8CB-82D43A2C2498}" dt="2026-09-02T16:27:41.740" v="37" actId="2696"/>
        <pc:sldMkLst>
          <pc:docMk/>
          <pc:sldMk cId="0" sldId="263"/>
        </pc:sldMkLst>
      </pc:sldChg>
      <pc:sldChg chg="addSp delSp modSp mod modNotesTx">
        <pc:chgData name="Info Desk" userId="ae29397e-aa92-4942-b8aa-5abb4bbe6b04" providerId="ADAL" clId="{C582BD9D-488B-425A-A8CB-82D43A2C2498}" dt="2026-09-03T15:02:05.091" v="208" actId="22"/>
        <pc:sldMkLst>
          <pc:docMk/>
          <pc:sldMk cId="0" sldId="264"/>
        </pc:sldMkLst>
        <pc:spChg chg="mod">
          <ac:chgData name="Info Desk" userId="ae29397e-aa92-4942-b8aa-5abb4bbe6b04" providerId="ADAL" clId="{C582BD9D-488B-425A-A8CB-82D43A2C2498}" dt="2026-09-03T15:01:57.034" v="206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30:22.439" v="39" actId="478"/>
          <ac:spMkLst>
            <pc:docMk/>
            <pc:sldMk cId="0" sldId="264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2:05.091" v="208" actId="22"/>
          <ac:picMkLst>
            <pc:docMk/>
            <pc:sldMk cId="0" sldId="264"/>
            <ac:picMk id="6" creationId="{51DB8A07-7760-CD48-AAC4-7E466BB9B630}"/>
          </ac:picMkLst>
        </pc:picChg>
        <pc:picChg chg="add del mod">
          <ac:chgData name="Info Desk" userId="ae29397e-aa92-4942-b8aa-5abb4bbe6b04" providerId="ADAL" clId="{C582BD9D-488B-425A-A8CB-82D43A2C2498}" dt="2026-09-03T15:02:00.043" v="207" actId="21"/>
          <ac:picMkLst>
            <pc:docMk/>
            <pc:sldMk cId="0" sldId="264"/>
            <ac:picMk id="7" creationId="{2A6489E2-031C-BE7D-B26D-11939F447DD1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5:02:15.598" v="210" actId="22"/>
        <pc:sldMkLst>
          <pc:docMk/>
          <pc:sldMk cId="0" sldId="266"/>
        </pc:sldMkLst>
        <pc:spChg chg="mod">
          <ac:chgData name="Info Desk" userId="ae29397e-aa92-4942-b8aa-5abb4bbe6b04" providerId="ADAL" clId="{C582BD9D-488B-425A-A8CB-82D43A2C2498}" dt="2026-09-02T16:36:48.912" v="50" actId="1076"/>
          <ac:spMkLst>
            <pc:docMk/>
            <pc:sldMk cId="0" sldId="266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36:42.145" v="48" actId="478"/>
          <ac:spMkLst>
            <pc:docMk/>
            <pc:sldMk cId="0" sldId="266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2:15.598" v="210" actId="22"/>
          <ac:picMkLst>
            <pc:docMk/>
            <pc:sldMk cId="0" sldId="266"/>
            <ac:picMk id="6" creationId="{D6DBEF5F-93AA-4FC2-5C86-37943440E010}"/>
          </ac:picMkLst>
        </pc:picChg>
        <pc:picChg chg="add del mod">
          <ac:chgData name="Info Desk" userId="ae29397e-aa92-4942-b8aa-5abb4bbe6b04" providerId="ADAL" clId="{C582BD9D-488B-425A-A8CB-82D43A2C2498}" dt="2026-09-03T15:02:10.817" v="209" actId="21"/>
          <ac:picMkLst>
            <pc:docMk/>
            <pc:sldMk cId="0" sldId="266"/>
            <ac:picMk id="7" creationId="{71F5111F-FD46-456B-156D-6C7E569F2B6C}"/>
          </ac:picMkLst>
        </pc:picChg>
      </pc:sldChg>
      <pc:sldChg chg="addSp delSp modSp mod">
        <pc:chgData name="Info Desk" userId="ae29397e-aa92-4942-b8aa-5abb4bbe6b04" providerId="ADAL" clId="{C582BD9D-488B-425A-A8CB-82D43A2C2498}" dt="2026-09-02T16:42:07.728" v="63" actId="1076"/>
        <pc:sldMkLst>
          <pc:docMk/>
          <pc:sldMk cId="0" sldId="267"/>
        </pc:sldMkLst>
        <pc:spChg chg="del">
          <ac:chgData name="Info Desk" userId="ae29397e-aa92-4942-b8aa-5abb4bbe6b04" providerId="ADAL" clId="{C582BD9D-488B-425A-A8CB-82D43A2C2498}" dt="2026-09-02T16:41:58.867" v="60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41:40.625" v="59" actId="1076"/>
          <ac:spMkLst>
            <pc:docMk/>
            <pc:sldMk cId="0" sldId="267"/>
            <ac:spMk id="7" creationId="{00000000-0000-0000-0000-000000000000}"/>
          </ac:spMkLst>
        </pc:spChg>
        <pc:picChg chg="add mod modCrop">
          <ac:chgData name="Info Desk" userId="ae29397e-aa92-4942-b8aa-5abb4bbe6b04" providerId="ADAL" clId="{C582BD9D-488B-425A-A8CB-82D43A2C2498}" dt="2026-09-02T16:41:30.743" v="58" actId="34807"/>
          <ac:picMkLst>
            <pc:docMk/>
            <pc:sldMk cId="0" sldId="267"/>
            <ac:picMk id="14" creationId="{6BF70765-91B9-8DE6-88F5-694E7A01A414}"/>
          </ac:picMkLst>
        </pc:picChg>
        <pc:picChg chg="add mod">
          <ac:chgData name="Info Desk" userId="ae29397e-aa92-4942-b8aa-5abb4bbe6b04" providerId="ADAL" clId="{C582BD9D-488B-425A-A8CB-82D43A2C2498}" dt="2026-09-02T16:42:07.728" v="63" actId="1076"/>
          <ac:picMkLst>
            <pc:docMk/>
            <pc:sldMk cId="0" sldId="267"/>
            <ac:picMk id="16" creationId="{B4ACDE1D-A256-0CF9-EA85-9BE19B1FEF81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2:26.696" v="212" actId="22"/>
        <pc:sldMkLst>
          <pc:docMk/>
          <pc:sldMk cId="0" sldId="268"/>
        </pc:sldMkLst>
        <pc:spChg chg="del">
          <ac:chgData name="Info Desk" userId="ae29397e-aa92-4942-b8aa-5abb4bbe6b04" providerId="ADAL" clId="{C582BD9D-488B-425A-A8CB-82D43A2C2498}" dt="2026-09-02T16:44:49.099" v="64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45:01.570" v="67" actId="1076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6:45:07.372" v="72"/>
          <ac:spMkLst>
            <pc:docMk/>
            <pc:sldMk cId="0" sldId="268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2:26.696" v="212" actId="22"/>
          <ac:picMkLst>
            <pc:docMk/>
            <pc:sldMk cId="0" sldId="268"/>
            <ac:picMk id="4" creationId="{76B57D03-DF1A-2781-03FC-96495E23F615}"/>
          </ac:picMkLst>
        </pc:picChg>
        <pc:picChg chg="add del mod">
          <ac:chgData name="Info Desk" userId="ae29397e-aa92-4942-b8aa-5abb4bbe6b04" providerId="ADAL" clId="{C582BD9D-488B-425A-A8CB-82D43A2C2498}" dt="2026-09-03T15:02:20.856" v="211" actId="21"/>
          <ac:picMkLst>
            <pc:docMk/>
            <pc:sldMk cId="0" sldId="268"/>
            <ac:picMk id="7" creationId="{14275882-2F65-6E2A-0482-A1701E757B19}"/>
          </ac:picMkLst>
        </pc:picChg>
      </pc:sldChg>
      <pc:sldChg chg="addSp delSp modSp mod">
        <pc:chgData name="Info Desk" userId="ae29397e-aa92-4942-b8aa-5abb4bbe6b04" providerId="ADAL" clId="{C582BD9D-488B-425A-A8CB-82D43A2C2498}" dt="2026-09-03T15:02:35.160" v="214" actId="22"/>
        <pc:sldMkLst>
          <pc:docMk/>
          <pc:sldMk cId="0" sldId="269"/>
        </pc:sldMkLst>
        <pc:spChg chg="del">
          <ac:chgData name="Info Desk" userId="ae29397e-aa92-4942-b8aa-5abb4bbe6b04" providerId="ADAL" clId="{C582BD9D-488B-425A-A8CB-82D43A2C2498}" dt="2026-09-02T16:49:49.948" v="73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6:50:06.003" v="76" actId="1076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6:50:11.003" v="80"/>
          <ac:spMkLst>
            <pc:docMk/>
            <pc:sldMk cId="0" sldId="269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2:35.160" v="214" actId="22"/>
          <ac:picMkLst>
            <pc:docMk/>
            <pc:sldMk cId="0" sldId="269"/>
            <ac:picMk id="4" creationId="{A7109ACD-FAE3-2743-E046-FE4518D976A6}"/>
          </ac:picMkLst>
        </pc:picChg>
        <pc:picChg chg="add del mod">
          <ac:chgData name="Info Desk" userId="ae29397e-aa92-4942-b8aa-5abb4bbe6b04" providerId="ADAL" clId="{C582BD9D-488B-425A-A8CB-82D43A2C2498}" dt="2026-09-03T15:02:30.215" v="213" actId="21"/>
          <ac:picMkLst>
            <pc:docMk/>
            <pc:sldMk cId="0" sldId="269"/>
            <ac:picMk id="7" creationId="{E6294955-FEA1-1B36-A2B5-5057B1B6A722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3T15:02:43.791" v="216" actId="22"/>
        <pc:sldMkLst>
          <pc:docMk/>
          <pc:sldMk cId="0" sldId="270"/>
        </pc:sldMkLst>
        <pc:spChg chg="mod">
          <ac:chgData name="Info Desk" userId="ae29397e-aa92-4942-b8aa-5abb4bbe6b04" providerId="ADAL" clId="{C582BD9D-488B-425A-A8CB-82D43A2C2498}" dt="2026-09-02T16:54:13.179" v="85" actId="1076"/>
          <ac:spMkLst>
            <pc:docMk/>
            <pc:sldMk cId="0" sldId="270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6:54:08.990" v="83" actId="478"/>
          <ac:spMkLst>
            <pc:docMk/>
            <pc:sldMk cId="0" sldId="270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3T15:02:43.791" v="216" actId="22"/>
          <ac:picMkLst>
            <pc:docMk/>
            <pc:sldMk cId="0" sldId="270"/>
            <ac:picMk id="6" creationId="{8AE8AF8D-5112-26D1-9C13-F888C286E483}"/>
          </ac:picMkLst>
        </pc:picChg>
        <pc:picChg chg="add del mod">
          <ac:chgData name="Info Desk" userId="ae29397e-aa92-4942-b8aa-5abb4bbe6b04" providerId="ADAL" clId="{C582BD9D-488B-425A-A8CB-82D43A2C2498}" dt="2026-09-03T15:02:38.544" v="215" actId="21"/>
          <ac:picMkLst>
            <pc:docMk/>
            <pc:sldMk cId="0" sldId="270"/>
            <ac:picMk id="7" creationId="{9F197A64-47C1-05F9-125E-9F476B66DE03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2T16:59:20.275" v="96"/>
        <pc:sldMkLst>
          <pc:docMk/>
          <pc:sldMk cId="0" sldId="271"/>
        </pc:sldMkLst>
        <pc:spChg chg="del">
          <ac:chgData name="Info Desk" userId="ae29397e-aa92-4942-b8aa-5abb4bbe6b04" providerId="ADAL" clId="{C582BD9D-488B-425A-A8CB-82D43A2C2498}" dt="2026-09-02T16:59:01.693" v="91" actId="478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6:59:20.275" v="96"/>
          <ac:spMkLst>
            <pc:docMk/>
            <pc:sldMk cId="0" sldId="271"/>
            <ac:spMk id="4" creationId="{00000000-0000-0000-0000-000000000000}"/>
          </ac:spMkLst>
        </pc:spChg>
        <pc:picChg chg="add">
          <ac:chgData name="Info Desk" userId="ae29397e-aa92-4942-b8aa-5abb4bbe6b04" providerId="ADAL" clId="{C582BD9D-488B-425A-A8CB-82D43A2C2498}" dt="2026-09-02T16:59:03.043" v="92" actId="22"/>
          <ac:picMkLst>
            <pc:docMk/>
            <pc:sldMk cId="0" sldId="271"/>
            <ac:picMk id="7" creationId="{474017CC-4BBC-D95D-769A-8B48EF2FC502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2T17:02:15.300" v="105"/>
        <pc:sldMkLst>
          <pc:docMk/>
          <pc:sldMk cId="0" sldId="272"/>
        </pc:sldMkLst>
        <pc:spChg chg="del">
          <ac:chgData name="Info Desk" userId="ae29397e-aa92-4942-b8aa-5abb4bbe6b04" providerId="ADAL" clId="{C582BD9D-488B-425A-A8CB-82D43A2C2498}" dt="2026-09-02T17:01:55.213" v="97" actId="478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2T17:02:15.300" v="105"/>
          <ac:spMkLst>
            <pc:docMk/>
            <pc:sldMk cId="0" sldId="272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2T17:02:14.890" v="103" actId="14100"/>
          <ac:picMkLst>
            <pc:docMk/>
            <pc:sldMk cId="0" sldId="272"/>
            <ac:picMk id="7" creationId="{01AC3850-5E4C-3162-4FA7-4810FC3671D6}"/>
          </ac:picMkLst>
        </pc:picChg>
      </pc:sldChg>
      <pc:sldChg chg="addSp delSp modSp mod">
        <pc:chgData name="Info Desk" userId="ae29397e-aa92-4942-b8aa-5abb4bbe6b04" providerId="ADAL" clId="{C582BD9D-488B-425A-A8CB-82D43A2C2498}" dt="2026-09-02T17:08:12.156" v="114" actId="14100"/>
        <pc:sldMkLst>
          <pc:docMk/>
          <pc:sldMk cId="0" sldId="274"/>
        </pc:sldMkLst>
        <pc:spChg chg="del">
          <ac:chgData name="Info Desk" userId="ae29397e-aa92-4942-b8aa-5abb4bbe6b04" providerId="ADAL" clId="{C582BD9D-488B-425A-A8CB-82D43A2C2498}" dt="2026-09-02T17:07:54.964" v="107" actId="478"/>
          <ac:spMkLst>
            <pc:docMk/>
            <pc:sldMk cId="0" sldId="274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7:07:59.196" v="109" actId="1076"/>
          <ac:spMkLst>
            <pc:docMk/>
            <pc:sldMk cId="0" sldId="274"/>
            <ac:spMk id="3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7:07:07.671" v="106" actId="21"/>
          <ac:spMkLst>
            <pc:docMk/>
            <pc:sldMk cId="0" sldId="274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2T17:08:12.156" v="114" actId="14100"/>
          <ac:picMkLst>
            <pc:docMk/>
            <pc:sldMk cId="0" sldId="274"/>
            <ac:picMk id="7" creationId="{80C210D0-0277-EC11-5716-5100459FE708}"/>
          </ac:picMkLst>
        </pc:picChg>
      </pc:sldChg>
      <pc:sldChg chg="addSp delSp modSp mod">
        <pc:chgData name="Info Desk" userId="ae29397e-aa92-4942-b8aa-5abb4bbe6b04" providerId="ADAL" clId="{C582BD9D-488B-425A-A8CB-82D43A2C2498}" dt="2026-09-02T17:11:45.812" v="123" actId="1076"/>
        <pc:sldMkLst>
          <pc:docMk/>
          <pc:sldMk cId="0" sldId="275"/>
        </pc:sldMkLst>
        <pc:spChg chg="del">
          <ac:chgData name="Info Desk" userId="ae29397e-aa92-4942-b8aa-5abb4bbe6b04" providerId="ADAL" clId="{C582BD9D-488B-425A-A8CB-82D43A2C2498}" dt="2026-09-02T17:11:25.853" v="115" actId="478"/>
          <ac:spMkLst>
            <pc:docMk/>
            <pc:sldMk cId="0" sldId="275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7:11:37.884" v="118" actId="1076"/>
          <ac:spMkLst>
            <pc:docMk/>
            <pc:sldMk cId="0" sldId="275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1:29.798" v="116" actId="478"/>
          <ac:spMkLst>
            <pc:docMk/>
            <pc:sldMk cId="0" sldId="275"/>
            <ac:spMk id="11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2T17:11:45.812" v="123" actId="1076"/>
          <ac:picMkLst>
            <pc:docMk/>
            <pc:sldMk cId="0" sldId="275"/>
            <ac:picMk id="14" creationId="{14CAD624-60E2-391F-3658-50438D0DAA97}"/>
          </ac:picMkLst>
        </pc:picChg>
      </pc:sldChg>
      <pc:sldChg chg="addSp delSp modSp mod modNotesTx">
        <pc:chgData name="Info Desk" userId="ae29397e-aa92-4942-b8aa-5abb4bbe6b04" providerId="ADAL" clId="{C582BD9D-488B-425A-A8CB-82D43A2C2498}" dt="2026-09-02T17:19:28.797" v="133" actId="1076"/>
        <pc:sldMkLst>
          <pc:docMk/>
          <pc:sldMk cId="0" sldId="276"/>
        </pc:sldMkLst>
        <pc:spChg chg="del">
          <ac:chgData name="Info Desk" userId="ae29397e-aa92-4942-b8aa-5abb4bbe6b04" providerId="ADAL" clId="{C582BD9D-488B-425A-A8CB-82D43A2C2498}" dt="2026-09-02T17:12:37.724" v="127" actId="478"/>
          <ac:spMkLst>
            <pc:docMk/>
            <pc:sldMk cId="0" sldId="276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2T17:19:23.436" v="130" actId="1076"/>
          <ac:spMkLst>
            <pc:docMk/>
            <pc:sldMk cId="0" sldId="276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2T17:19:18.655" v="128" actId="478"/>
          <ac:spMkLst>
            <pc:docMk/>
            <pc:sldMk cId="0" sldId="276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2T17:19:28.797" v="133" actId="1076"/>
          <ac:picMkLst>
            <pc:docMk/>
            <pc:sldMk cId="0" sldId="276"/>
            <ac:picMk id="7" creationId="{237575C3-0B1F-1A80-960F-2D30C7F50BB3}"/>
          </ac:picMkLst>
        </pc:picChg>
      </pc:sldChg>
      <pc:sldChg chg="addSp delSp modSp mod">
        <pc:chgData name="Info Desk" userId="ae29397e-aa92-4942-b8aa-5abb4bbe6b04" providerId="ADAL" clId="{C582BD9D-488B-425A-A8CB-82D43A2C2498}" dt="2026-09-03T13:05:27.097" v="146" actId="1076"/>
        <pc:sldMkLst>
          <pc:docMk/>
          <pc:sldMk cId="0" sldId="277"/>
        </pc:sldMkLst>
        <pc:spChg chg="del">
          <ac:chgData name="Info Desk" userId="ae29397e-aa92-4942-b8aa-5abb4bbe6b04" providerId="ADAL" clId="{C582BD9D-488B-425A-A8CB-82D43A2C2498}" dt="2026-09-03T13:03:01.998" v="135" actId="478"/>
          <ac:spMkLst>
            <pc:docMk/>
            <pc:sldMk cId="0" sldId="277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3:05:18.138" v="143" actId="1076"/>
          <ac:spMkLst>
            <pc:docMk/>
            <pc:sldMk cId="0" sldId="277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5:09.906" v="140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3:15.972" v="139" actId="478"/>
          <ac:spMkLst>
            <pc:docMk/>
            <pc:sldMk cId="0" sldId="277"/>
            <ac:spMk id="12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3:15.972" v="139" actId="478"/>
          <ac:spMkLst>
            <pc:docMk/>
            <pc:sldMk cId="0" sldId="277"/>
            <ac:spMk id="1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3:15.972" v="139" actId="478"/>
          <ac:spMkLst>
            <pc:docMk/>
            <pc:sldMk cId="0" sldId="277"/>
            <ac:spMk id="1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3:15.972" v="139" actId="478"/>
          <ac:spMkLst>
            <pc:docMk/>
            <pc:sldMk cId="0" sldId="277"/>
            <ac:spMk id="15" creationId="{00000000-0000-0000-0000-000000000000}"/>
          </ac:spMkLst>
        </pc:spChg>
        <pc:spChg chg="add del mod">
          <ac:chgData name="Info Desk" userId="ae29397e-aa92-4942-b8aa-5abb4bbe6b04" providerId="ADAL" clId="{C582BD9D-488B-425A-A8CB-82D43A2C2498}" dt="2026-09-03T13:03:12.646" v="138"/>
          <ac:spMkLst>
            <pc:docMk/>
            <pc:sldMk cId="0" sldId="277"/>
            <ac:spMk id="17" creationId="{ADEA0482-DA82-E5BB-9F92-A3E5295B5DEB}"/>
          </ac:spMkLst>
        </pc:spChg>
        <pc:picChg chg="add mod">
          <ac:chgData name="Info Desk" userId="ae29397e-aa92-4942-b8aa-5abb4bbe6b04" providerId="ADAL" clId="{C582BD9D-488B-425A-A8CB-82D43A2C2498}" dt="2026-09-03T13:05:27.097" v="146" actId="1076"/>
          <ac:picMkLst>
            <pc:docMk/>
            <pc:sldMk cId="0" sldId="277"/>
            <ac:picMk id="19" creationId="{732B68A5-362D-2A06-00BA-7B1443017FCE}"/>
          </ac:picMkLst>
        </pc:picChg>
      </pc:sldChg>
      <pc:sldChg chg="addSp delSp modSp mod">
        <pc:chgData name="Info Desk" userId="ae29397e-aa92-4942-b8aa-5abb4bbe6b04" providerId="ADAL" clId="{C582BD9D-488B-425A-A8CB-82D43A2C2498}" dt="2026-09-03T13:07:54.675" v="156" actId="1076"/>
        <pc:sldMkLst>
          <pc:docMk/>
          <pc:sldMk cId="0" sldId="278"/>
        </pc:sldMkLst>
        <pc:spChg chg="del">
          <ac:chgData name="Info Desk" userId="ae29397e-aa92-4942-b8aa-5abb4bbe6b04" providerId="ADAL" clId="{C582BD9D-488B-425A-A8CB-82D43A2C2498}" dt="2026-09-03T13:07:30.362" v="147" actId="478"/>
          <ac:spMkLst>
            <pc:docMk/>
            <pc:sldMk cId="0" sldId="278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3:07:49.745" v="153" actId="1076"/>
          <ac:spMkLst>
            <pc:docMk/>
            <pc:sldMk cId="0" sldId="278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7:43.035" v="150" actId="478"/>
          <ac:spMkLst>
            <pc:docMk/>
            <pc:sldMk cId="0" sldId="278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3:07:54.675" v="156" actId="1076"/>
          <ac:picMkLst>
            <pc:docMk/>
            <pc:sldMk cId="0" sldId="278"/>
            <ac:picMk id="7" creationId="{10591BD3-7ED8-9EF7-8BC7-C4B70FD2F726}"/>
          </ac:picMkLst>
        </pc:picChg>
      </pc:sldChg>
      <pc:sldChg chg="addSp delSp modSp mod">
        <pc:chgData name="Info Desk" userId="ae29397e-aa92-4942-b8aa-5abb4bbe6b04" providerId="ADAL" clId="{C582BD9D-488B-425A-A8CB-82D43A2C2498}" dt="2026-09-03T13:10:10.909" v="163" actId="1076"/>
        <pc:sldMkLst>
          <pc:docMk/>
          <pc:sldMk cId="0" sldId="279"/>
        </pc:sldMkLst>
        <pc:spChg chg="mod">
          <ac:chgData name="Info Desk" userId="ae29397e-aa92-4942-b8aa-5abb4bbe6b04" providerId="ADAL" clId="{C582BD9D-488B-425A-A8CB-82D43A2C2498}" dt="2026-09-03T13:10:04.833" v="160" actId="1076"/>
          <ac:spMkLst>
            <pc:docMk/>
            <pc:sldMk cId="0" sldId="279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09:59.915" v="157" actId="478"/>
          <ac:spMkLst>
            <pc:docMk/>
            <pc:sldMk cId="0" sldId="279"/>
            <ac:spMk id="4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3:10:10.909" v="163" actId="1076"/>
          <ac:picMkLst>
            <pc:docMk/>
            <pc:sldMk cId="0" sldId="279"/>
            <ac:picMk id="7" creationId="{BC492A95-9E16-9FFE-493E-A0C19639B02D}"/>
          </ac:picMkLst>
        </pc:picChg>
      </pc:sldChg>
      <pc:sldChg chg="addSp delSp modSp mod">
        <pc:chgData name="Info Desk" userId="ae29397e-aa92-4942-b8aa-5abb4bbe6b04" providerId="ADAL" clId="{C582BD9D-488B-425A-A8CB-82D43A2C2498}" dt="2026-09-03T13:12:57.889" v="169" actId="1076"/>
        <pc:sldMkLst>
          <pc:docMk/>
          <pc:sldMk cId="0" sldId="280"/>
        </pc:sldMkLst>
        <pc:spChg chg="del">
          <ac:chgData name="Info Desk" userId="ae29397e-aa92-4942-b8aa-5abb4bbe6b04" providerId="ADAL" clId="{C582BD9D-488B-425A-A8CB-82D43A2C2498}" dt="2026-09-03T13:12:42.229" v="164" actId="478"/>
          <ac:spMkLst>
            <pc:docMk/>
            <pc:sldMk cId="0" sldId="280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3:12:57.889" v="169" actId="1076"/>
          <ac:spMkLst>
            <pc:docMk/>
            <pc:sldMk cId="0" sldId="280"/>
            <ac:spMk id="3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6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7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8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9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10" creationId="{00000000-0000-0000-0000-000000000000}"/>
          </ac:spMkLst>
        </pc:spChg>
        <pc:spChg chg="del">
          <ac:chgData name="Info Desk" userId="ae29397e-aa92-4942-b8aa-5abb4bbe6b04" providerId="ADAL" clId="{C582BD9D-488B-425A-A8CB-82D43A2C2498}" dt="2026-09-03T13:12:48.034" v="165" actId="478"/>
          <ac:spMkLst>
            <pc:docMk/>
            <pc:sldMk cId="0" sldId="280"/>
            <ac:spMk id="11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3:12:55.258" v="168" actId="1076"/>
          <ac:picMkLst>
            <pc:docMk/>
            <pc:sldMk cId="0" sldId="280"/>
            <ac:picMk id="14" creationId="{4C996AC6-63E2-27B5-C7DE-8D2A59BDE187}"/>
          </ac:picMkLst>
        </pc:picChg>
      </pc:sldChg>
      <pc:sldChg chg="del">
        <pc:chgData name="Info Desk" userId="ae29397e-aa92-4942-b8aa-5abb4bbe6b04" providerId="ADAL" clId="{C582BD9D-488B-425A-A8CB-82D43A2C2498}" dt="2026-09-03T13:13:50.734" v="170" actId="2696"/>
        <pc:sldMkLst>
          <pc:docMk/>
          <pc:sldMk cId="0" sldId="281"/>
        </pc:sldMkLst>
      </pc:sldChg>
      <pc:sldChg chg="delSp modSp mod">
        <pc:chgData name="Info Desk" userId="ae29397e-aa92-4942-b8aa-5abb4bbe6b04" providerId="ADAL" clId="{C582BD9D-488B-425A-A8CB-82D43A2C2498}" dt="2026-09-03T13:14:23.562" v="174" actId="478"/>
        <pc:sldMkLst>
          <pc:docMk/>
          <pc:sldMk cId="0" sldId="283"/>
        </pc:sldMkLst>
        <pc:spChg chg="del">
          <ac:chgData name="Info Desk" userId="ae29397e-aa92-4942-b8aa-5abb4bbe6b04" providerId="ADAL" clId="{C582BD9D-488B-425A-A8CB-82D43A2C2498}" dt="2026-09-03T13:14:23.562" v="174" actId="478"/>
          <ac:spMkLst>
            <pc:docMk/>
            <pc:sldMk cId="0" sldId="283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3:14:20.386" v="173" actId="255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Info Desk" userId="ae29397e-aa92-4942-b8aa-5abb4bbe6b04" providerId="ADAL" clId="{C582BD9D-488B-425A-A8CB-82D43A2C2498}" dt="2026-09-03T13:15:00.625" v="177" actId="255"/>
        <pc:sldMkLst>
          <pc:docMk/>
          <pc:sldMk cId="0" sldId="284"/>
        </pc:sldMkLst>
        <pc:spChg chg="mod">
          <ac:chgData name="Info Desk" userId="ae29397e-aa92-4942-b8aa-5abb4bbe6b04" providerId="ADAL" clId="{C582BD9D-488B-425A-A8CB-82D43A2C2498}" dt="2026-09-03T13:15:00.625" v="177" actId="255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Info Desk" userId="ae29397e-aa92-4942-b8aa-5abb4bbe6b04" providerId="ADAL" clId="{C582BD9D-488B-425A-A8CB-82D43A2C2498}" dt="2026-09-03T13:15:16.210" v="180" actId="255"/>
        <pc:sldMkLst>
          <pc:docMk/>
          <pc:sldMk cId="0" sldId="285"/>
        </pc:sldMkLst>
        <pc:spChg chg="mod">
          <ac:chgData name="Info Desk" userId="ae29397e-aa92-4942-b8aa-5abb4bbe6b04" providerId="ADAL" clId="{C582BD9D-488B-425A-A8CB-82D43A2C2498}" dt="2026-09-03T13:15:16.210" v="180" actId="255"/>
          <ac:spMkLst>
            <pc:docMk/>
            <pc:sldMk cId="0" sldId="285"/>
            <ac:spMk id="4" creationId="{00000000-0000-0000-0000-000000000000}"/>
          </ac:spMkLst>
        </pc:spChg>
      </pc:sldChg>
      <pc:sldChg chg="addSp delSp modSp mod">
        <pc:chgData name="Info Desk" userId="ae29397e-aa92-4942-b8aa-5abb4bbe6b04" providerId="ADAL" clId="{C582BD9D-488B-425A-A8CB-82D43A2C2498}" dt="2026-09-03T13:18:18.625" v="188" actId="1076"/>
        <pc:sldMkLst>
          <pc:docMk/>
          <pc:sldMk cId="0" sldId="286"/>
        </pc:sldMkLst>
        <pc:spChg chg="del">
          <ac:chgData name="Info Desk" userId="ae29397e-aa92-4942-b8aa-5abb4bbe6b04" providerId="ADAL" clId="{C582BD9D-488B-425A-A8CB-82D43A2C2498}" dt="2026-09-03T13:17:49.643" v="181" actId="478"/>
          <ac:spMkLst>
            <pc:docMk/>
            <pc:sldMk cId="0" sldId="286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3:18:13.656" v="186" actId="1076"/>
          <ac:spMkLst>
            <pc:docMk/>
            <pc:sldMk cId="0" sldId="286"/>
            <ac:spMk id="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4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5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6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7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8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9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11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12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13" creationId="{00000000-0000-0000-0000-000000000000}"/>
          </ac:spMkLst>
        </pc:spChg>
        <pc:spChg chg="del mod">
          <ac:chgData name="Info Desk" userId="ae29397e-aa92-4942-b8aa-5abb4bbe6b04" providerId="ADAL" clId="{C582BD9D-488B-425A-A8CB-82D43A2C2498}" dt="2026-09-03T13:18:03.738" v="183" actId="478"/>
          <ac:spMkLst>
            <pc:docMk/>
            <pc:sldMk cId="0" sldId="286"/>
            <ac:spMk id="15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3:18:18.625" v="188" actId="1076"/>
          <ac:picMkLst>
            <pc:docMk/>
            <pc:sldMk cId="0" sldId="286"/>
            <ac:picMk id="18" creationId="{D7EA9E7E-9B0C-76FE-3065-2ECB02063AAA}"/>
          </ac:picMkLst>
        </pc:picChg>
      </pc:sldChg>
      <pc:sldChg chg="addSp delSp modSp mod">
        <pc:chgData name="Info Desk" userId="ae29397e-aa92-4942-b8aa-5abb4bbe6b04" providerId="ADAL" clId="{C582BD9D-488B-425A-A8CB-82D43A2C2498}" dt="2026-09-03T13:20:18.592" v="195" actId="1076"/>
        <pc:sldMkLst>
          <pc:docMk/>
          <pc:sldMk cId="0" sldId="288"/>
        </pc:sldMkLst>
        <pc:spChg chg="del">
          <ac:chgData name="Info Desk" userId="ae29397e-aa92-4942-b8aa-5abb4bbe6b04" providerId="ADAL" clId="{C582BD9D-488B-425A-A8CB-82D43A2C2498}" dt="2026-09-03T13:20:08.169" v="189" actId="478"/>
          <ac:spMkLst>
            <pc:docMk/>
            <pc:sldMk cId="0" sldId="288"/>
            <ac:spMk id="2" creationId="{00000000-0000-0000-0000-000000000000}"/>
          </ac:spMkLst>
        </pc:spChg>
        <pc:spChg chg="mod">
          <ac:chgData name="Info Desk" userId="ae29397e-aa92-4942-b8aa-5abb4bbe6b04" providerId="ADAL" clId="{C582BD9D-488B-425A-A8CB-82D43A2C2498}" dt="2026-09-03T13:20:18.592" v="195" actId="1076"/>
          <ac:spMkLst>
            <pc:docMk/>
            <pc:sldMk cId="0" sldId="288"/>
            <ac:spMk id="3" creationId="{00000000-0000-0000-0000-000000000000}"/>
          </ac:spMkLst>
        </pc:spChg>
        <pc:picChg chg="add mod">
          <ac:chgData name="Info Desk" userId="ae29397e-aa92-4942-b8aa-5abb4bbe6b04" providerId="ADAL" clId="{C582BD9D-488B-425A-A8CB-82D43A2C2498}" dt="2026-09-03T13:20:16.152" v="194" actId="1076"/>
          <ac:picMkLst>
            <pc:docMk/>
            <pc:sldMk cId="0" sldId="288"/>
            <ac:picMk id="7" creationId="{FE5EDD4D-77A8-A060-64AB-B7C3FED42396}"/>
          </ac:picMkLst>
        </pc:picChg>
      </pc:sldChg>
      <pc:sldChg chg="modSp mod">
        <pc:chgData name="Info Desk" userId="ae29397e-aa92-4942-b8aa-5abb4bbe6b04" providerId="ADAL" clId="{C582BD9D-488B-425A-A8CB-82D43A2C2498}" dt="2026-09-03T13:20:34.532" v="196" actId="12"/>
        <pc:sldMkLst>
          <pc:docMk/>
          <pc:sldMk cId="0" sldId="290"/>
        </pc:sldMkLst>
        <pc:spChg chg="mod">
          <ac:chgData name="Info Desk" userId="ae29397e-aa92-4942-b8aa-5abb4bbe6b04" providerId="ADAL" clId="{C582BD9D-488B-425A-A8CB-82D43A2C2498}" dt="2026-09-03T13:20:34.532" v="196" actId="12"/>
          <ac:spMkLst>
            <pc:docMk/>
            <pc:sldMk cId="0" sldId="29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75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Day 2 moves from networking concepts into implementation. The uploaded course outline is the source of truth for Module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Preview the day. Emphasize that students will use Packet Tracer heavily for routing, switching and VLAN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a simple example: LAN A → router → LAN B. A switch alone cannot route between different IP networks.</a:t>
            </a:r>
            <a:endParaRPr lang="en-US" dirty="0"/>
          </a:p>
          <a:p>
            <a:endParaRPr lang="en-US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A router connects different IP networks.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It examines the destination IP and selects a forwarding path.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Each routed interface belongs to an IP network/subnet.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lang="en-US" dirty="0"/>
              <a:t>The routing table is the router's decision-making information.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imply dynamic routing is always better. Match the method to network size, stability and operational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First, identify routes that match the destination.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More-specific prefixes are generally preferred over less-specific prefixes.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If multiple routes are candidates, routing protocol/administrative preference and route metrics can influence selection.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The selected next hop/interface is used to forward the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NAT back to Day 1 private/public IPv4 and cloud NAT Gateway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Draw switch trunk → router physical interface → </a:t>
            </a:r>
            <a:r>
              <a:rPr dirty="0" err="1"/>
              <a:t>subinterface</a:t>
            </a:r>
            <a:r>
              <a:rPr dirty="0"/>
              <a:t> for VLAN 10 and VLAN 20.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 router physical interface can be divided into logical </a:t>
            </a:r>
            <a:r>
              <a:rPr lang="en-US" dirty="0" err="1"/>
              <a:t>subinterfaces</a:t>
            </a:r>
            <a:r>
              <a:rPr lang="en-US"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Each </a:t>
            </a:r>
            <a:r>
              <a:rPr lang="en-US" dirty="0" err="1"/>
              <a:t>subinterface</a:t>
            </a:r>
            <a:r>
              <a:rPr lang="en-US" dirty="0"/>
              <a:t> can be associated with a different VLAN/network.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This supports router-on-a-stick designs when one physical router link connects to a switch trunk.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Key idea: one physical interface → multiple logical Layer 3 interfaces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an office example: VLAN 10 Users, VLAN 20 Voice, VLAN 30 Guest.</a:t>
            </a:r>
            <a:endParaRPr lang="en-US" dirty="0"/>
          </a:p>
          <a:p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 VLAN creates a logical Layer 2 broadcast domain.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Devices in different VLANs are logically separated even when they use the same physical switch.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Communication between VLANs requires Layer 3 routing.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VLANs improve organization, segmentation and traffic control.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distinction for Packet Tracer. Endpoint port = access; switch-to-switch or switch-to-router VLAN link often = trunk.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Create VLANs.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Assign access ports to the correct VLAN.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Configure trunk links where multiple VLANs must cross one link.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Provide Layer 3 routing when VLANs need to communicate.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Verify VLAN membership and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Correct interface/port.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Correct speed/duplex or auto-negotiation where applicable.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Correct VLAN assignment.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Correct administrative state.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Correct IP addressing when the interface is Layer 3.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Correct trunk/access role when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Redundant Layer 2 links can create loops.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Loops can cause broadcast storms and unstable MAC-table behavior.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Spanning Tree prevents Layer 2 loops by placing some redundant paths into a non-forwarding state.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If an active path fails, spanning tree can allow an alternate path to forward.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Keep protocol-specific details secondary unless students need them for the lab.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Redundancy is good for availability.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Uncontrolled Layer 2 loops are bad.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STP keeps redundancy while controlling which links forward.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Troubleshooting question: Which port/link is forwarding, blocking or alternate?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Use the phrase 'packet too large for the path' as the intuition.</a:t>
            </a:r>
            <a:endParaRPr lang="en-US" dirty="0"/>
          </a:p>
          <a:p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MTU is the largest packet/frame payload size supported by an interface/path under the relevant protocol.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An MTU mismatch can cause fragmentation, drops or unusual application behavior.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Check both endpoints and the path when diagnosing MTU-related symptoms.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Do not change MTU without understanding the required network standard.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Choose frequency and channel based on coverage, capacity, client support and interference.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SSID identifies the wireless network.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Authentication controls who can connect.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Guest networks separate visitor access from internal resources.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Antenna choice affects coverage and signal behavior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uploaded outline calls for frequency options. Keep this practical and avoid absolute 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Ask: 'If users complain that Wi-Fi is slow only in a crowded area, what evidence would you collect?’</a:t>
            </a:r>
            <a:endParaRPr lang="en-US" dirty="0"/>
          </a:p>
          <a:p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Wireless networks share radio spectrum.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Nearby networks using overlapping/congested channels can compete for airtime.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Channel selection can affect throughput, latency and reliability.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Use measurement/analysis before changing channels.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outline includes SSID and network types. Focus on recognition and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Guest access provides connectivity without giving visitors the same access as internal users.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Segmentation can limit access to internal resources.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Internet-only guest access is a common design goal.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Guest access should still use appropriate authentication and security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Authentication determines how a client proves it is allowed to join the network.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Personal deployments commonly use a shared credential/passphrase.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Enterprise deployments can use centralized identity-based authentication.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lang="en-US" dirty="0"/>
              <a:t>Use modern security standards appropriate to the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antenna choice changes coverage shape, not just 'signal strength'.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learners to think beyond 'does it work?' and consider maintenance, safety and future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PoE as a practical implementation consideration even though the outline simply lists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environmental conditions to physical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installation documentation becomes valuable during Day 3 operations and Day 5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this on the board. Ask where trunks, access ports, routing and guest segmentation would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implementation workflow learners should follow in the lab rather than configuring randomly.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checklist during the practical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 reasoning: separate VLANs, access ports, appropriate gateway interfaces, and security policy/control for inter-VLAN restrictions.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Expected: FHRP with a virtual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Expected: channel utilization/congestion, frequency/band, interference, client density and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quick verbal check before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to the Day 2 lab manual. Packet Tracer will be the primary simulation environment for routing/switching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Day 2 and bridge to Day 3 Network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CompTIA Network+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97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0">
                <a:solidFill>
                  <a:srgbClr val="D2E1F0"/>
                </a:solidFill>
              </a:defRPr>
            </a:pPr>
            <a:r>
              <a:t>Day 2 — Network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t>Module 2.0 • Routing • Switching • VLANs • STP • MTU • Wireless • Physical Installation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Day 2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Explain characteristics of routing technologies.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Compare static and dynamic routing.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Understand route selection, address translation, FHRP, VIPs and </a:t>
            </a:r>
            <a:r>
              <a:rPr dirty="0" err="1"/>
              <a:t>subinterfaces</a:t>
            </a:r>
            <a:r>
              <a:rPr dirty="0"/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Configure switching technologies including VLANs, interfaces, spanning tree and MTU.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Select and configure wireless technologies: channels, frequencies, SSIDs, networks, guest access and authentication.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Explain antennas and autonomous vs lightweight access points.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Explain important physical installation implications, power and environmental factors.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2.1 Routing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2E1F0"/>
                </a:solidFill>
              </a:defRPr>
            </a:pPr>
            <a:r>
              <a:t>Move packets between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What Does a Router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40E2D-5286-3160-72A1-2C4C645DA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838" y="685800"/>
            <a:ext cx="8999220" cy="5654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-721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Static vs Dynamic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1E546-F233-0B12-452A-3E3414375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461010"/>
            <a:ext cx="9829800" cy="5935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86789" y="45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Route Selection — How Does the Router Choose?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FB0DE-807E-0893-46FE-184601862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710" y="647700"/>
            <a:ext cx="921258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048" y="11931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Address Translation — NAT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3BD567-141A-3616-3AC0-7EA81CB81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57" y="690915"/>
            <a:ext cx="10184491" cy="5824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29941"/>
            <a:ext cx="22967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Sub</a:t>
            </a:r>
            <a:r>
              <a:rPr lang="en-US" dirty="0"/>
              <a:t> I</a:t>
            </a:r>
            <a:r>
              <a:rPr dirty="0"/>
              <a:t>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B8A07-7760-CD48-AAC4-7E466BB9B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624840"/>
            <a:ext cx="9296400" cy="5608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2.2 Switching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2E1F0"/>
                </a:solidFill>
              </a:defRPr>
            </a:pPr>
            <a:r>
              <a:t>VLANs • interfaces • STP • MTU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406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VLAN — Logical Network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DBEF5F-93AA-4FC2-5C86-37943440E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80060"/>
            <a:ext cx="1050036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Access Port vs Trunk 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8"/>
                </a:solidFill>
              </a:defRPr>
            </a:pPr>
            <a:r>
              <a:t>Access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5049"/>
            <a:ext cx="489204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rPr dirty="0"/>
              <a:t>Typically carries traffic for one VLAN to an endpoint such as a 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4389120"/>
          </a:xfrm>
          <a:prstGeom prst="rect">
            <a:avLst/>
          </a:prstGeom>
          <a:solidFill>
            <a:srgbClr val="308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8"/>
                </a:solidFill>
              </a:defRPr>
            </a:pPr>
            <a:r>
              <a:t>Trunk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30552"/>
            <a:ext cx="489204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E293B"/>
                </a:solidFill>
              </a:defRPr>
            </a:pPr>
            <a:r>
              <a:t>Carries traffic for multiple VLANs between network devices using VLAN tagging.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F70765-91B9-8DE6-88F5-694E7A01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244" y="2396082"/>
            <a:ext cx="2149761" cy="32476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ACDE1D-A256-0CF9-EA85-9BE19B1FE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777" y="2501577"/>
            <a:ext cx="2663772" cy="303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5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Basic VLAN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57D03-DF1A-2781-03FC-96495E23F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537210"/>
            <a:ext cx="10980420" cy="5783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16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Interface Configuration — What to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109ACD-FAE3-2743-E046-FE4518D9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7690"/>
            <a:ext cx="10515600" cy="5722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8482" y="45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Spanning Tree — Why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8AF8D-5112-26D1-9C13-F888C286E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495300"/>
            <a:ext cx="97155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STP — The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017CC-4BBC-D95D-769A-8B48EF2FC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157" y="866643"/>
            <a:ext cx="8477686" cy="51247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MTU — Maximum Transmission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C3850-5E4C-3162-4FA7-4810FC367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95706"/>
            <a:ext cx="10850078" cy="53104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2.3 Wireless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2E1F0"/>
                </a:solidFill>
              </a:defRPr>
            </a:pPr>
            <a:r>
              <a:t>Channels • frequencies • SSID • security • AP types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Wireless Design Starts With the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19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210D0-0277-EC11-5716-5100459FE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10" y="685800"/>
            <a:ext cx="951980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7358" y="8597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2.4 GHz vs 5 GHz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CAD624-60E2-391F-3658-50438D0DA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90" y="712277"/>
            <a:ext cx="10224558" cy="60085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9231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Wireless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575C3-0B1F-1A80-960F-2D30C7F5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42" y="787263"/>
            <a:ext cx="9041916" cy="56435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37160"/>
            <a:ext cx="8467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SSID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2B68A5-362D-2A06-00BA-7B1443017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14" y="643536"/>
            <a:ext cx="9890467" cy="58786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1637" y="5973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Guest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591BD3-7ED8-9EF7-8BC7-C4B70FD2F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" y="523275"/>
            <a:ext cx="9509761" cy="60428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7357" y="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Wireless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92A95-9E16-9FFE-493E-A0C19639B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78" y="601542"/>
            <a:ext cx="11322758" cy="579925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08015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Antennas — Coverage vs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996AC6-63E2-27B5-C7DE-8D2A59BD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7" y="732454"/>
            <a:ext cx="9376180" cy="56539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2.4 Physical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2E1F0"/>
                </a:solidFill>
              </a:defRPr>
            </a:pPr>
            <a:r>
              <a:t>Power • environment • installation implications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Physical Installation — Plan Before You 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Check location and coverage requirements.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Consider cable path, distance and connector/media type.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Provide appropriate power and network connectivity.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Allow physical access for maintenance.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Follow building, safety and organizational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Power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Network devices require appropriate power sources.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PoE can deliver power over Ethernet to compatible devices.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Power budget matters when multiple PoE devices are connected.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UPS support can improve resilience for critical network equipment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Environmental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Temperature can affect equipment reliability.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Humidity, dust and airflow matter in equipment spaces.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Water exposure and physical hazards must be considered.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Electromagnetic interference can affect some installations.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sz="2000" b="1" dirty="0"/>
              <a:t>Follow environmental requirements for the equipment and 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227" y="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Installation Implications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EA9E7E-9B0C-76FE-3065-2ECB02063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548640"/>
            <a:ext cx="10515601" cy="56202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Implementation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2E1F0"/>
                </a:solidFill>
              </a:defRPr>
            </a:pPr>
            <a:r>
              <a:t>A small VLAN + routing + wireless design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6983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rPr dirty="0"/>
              <a:t>Example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Internet / WAN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      ↓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Router / Layer 3 gateway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      ↓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Switch ── Access Point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├── VLAN 10 — Users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├── VLAN 20 — Voice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  └── VLAN 30 — Guest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5EDD4D-77A8-A060-64AB-B7C3FED4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453" y="760396"/>
            <a:ext cx="402479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Implementation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1. Plan addressing and VLANs.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2. Configure switch VLANs and access ports.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3. Configure trunk links.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4. Configure Layer 3 interfaces/subinterfaces.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5. Configure routing as required.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6. Configure wireless SSIDs and security.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7. Verify connectivity and expected segmentation.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8. Document the final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Verification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Can each endpoint reach its default gateway?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Can devices reach permitted destinations?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Are VLANs carrying the expected traffic?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Is inter-VLAN routing working only where intended?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Are wireless clients receiving the expected network settings?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Are guest clients appropriately restricted?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800">
                <a:solidFill>
                  <a:srgbClr val="1E293B"/>
                </a:solidFill>
              </a:defRPr>
            </a:pPr>
            <a:r>
              <a:rPr dirty="0"/>
              <a:t>Are interfaces and links stable?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Day 2 Scenario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2E1F0"/>
                </a:solidFill>
              </a:defRPr>
            </a:pPr>
            <a:r>
              <a:t>Apply implementation concepts before the lab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Scenario 1 — Two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Sales and HR share one switch but must be logically separated.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Sales uses VLAN 10.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HR uses VLAN 20.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They need Internet access but should not directly communicate.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Question: What switching and Layer 3 design would you choose?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Scenario 2 — Redundant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Two routers provide gateway service for the same LAN.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Users should keep one gateway address even if one router fails.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Question: Which concept from today's routing technologies addresses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Scenario 3 — Slow Wi-Fi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Users report slow Wi-Fi only during busy hours.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Signal coverage is acceptable.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Question: What would you investigate before replacing the access point?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Day 2 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1. Static vs dynamic routing?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2. What is longest-prefix matching?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3. What is NAT used for?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4. What problem does FHRP solve?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5. What is a VIP?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6. Access port vs trunk?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7. Why is STP needed?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8. What is MTU?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9. What is an SSID?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10. Autonomous vs lightweight 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Day 2 Lab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1 — Static Routing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2 — Dynamic Routing Concepts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3 — NAT + Route Selection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4 — VLANs + Access/Trunk Ports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5 — Inter-VLAN Routing with Subinterfaces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6 — STP Observation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7 — MTU Scenario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8 — Wireless Design &amp;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9 — Physical Installation Planning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Lab 10 — Integrated Network Implementation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8"/>
                </a:solidFill>
              </a:defRPr>
            </a:pPr>
            <a:r>
              <a:t>Day 2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Routing moves traffic between IP networks.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Static and dynamic routing solve different operational needs.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NAT translates address spaces; FHRP provides gateway redundancy.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VLANs create logical Layer 2 segmentation.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Trunks carry multiple VLANs; STP prevents Layer 2 loops.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MTU affects packet size and path behavior.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Wireless implementation depends on channels, frequencies, SSIDs, authentication and antennas.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Physical installation requires planning for power, environment, cabling and maintenance.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Tomorrow → operations, monitoring, documentation, DR and network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CompTIA Network+ • Day 2 • Network Implementation •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2275</Words>
  <Application>Microsoft Office PowerPoint</Application>
  <PresentationFormat>Widescreen</PresentationFormat>
  <Paragraphs>257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Info Desk</cp:lastModifiedBy>
  <cp:revision>1</cp:revision>
  <dcterms:created xsi:type="dcterms:W3CDTF">2013-01-27T09:14:16Z</dcterms:created>
  <dcterms:modified xsi:type="dcterms:W3CDTF">2026-09-03T15:02:45Z</dcterms:modified>
  <cp:category/>
</cp:coreProperties>
</file>