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30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8" r:id="rId42"/>
    <p:sldId id="300" r:id="rId43"/>
    <p:sldId id="30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6CBB1-8F72-4ED3-BFAF-5A14FD6AD931}" v="22" dt="2026-09-02T15:51:07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04" autoAdjust="0"/>
    <p:restoredTop sz="84262" autoAdjust="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fo Desk" userId="ae29397e-aa92-4942-b8aa-5abb4bbe6b04" providerId="ADAL" clId="{C582BD9D-488B-425A-A8CB-82D43A2C2498}"/>
    <pc:docChg chg="undo custSel addSld delSld modSld">
      <pc:chgData name="Info Desk" userId="ae29397e-aa92-4942-b8aa-5abb4bbe6b04" providerId="ADAL" clId="{C582BD9D-488B-425A-A8CB-82D43A2C2498}" dt="2026-09-03T15:00:46.973" v="327" actId="22"/>
      <pc:docMkLst>
        <pc:docMk/>
      </pc:docMkLst>
      <pc:sldChg chg="modSp mod">
        <pc:chgData name="Info Desk" userId="ae29397e-aa92-4942-b8aa-5abb4bbe6b04" providerId="ADAL" clId="{C582BD9D-488B-425A-A8CB-82D43A2C2498}" dt="2026-09-02T07:35:02.539" v="0" actId="12"/>
        <pc:sldMkLst>
          <pc:docMk/>
          <pc:sldMk cId="0" sldId="257"/>
        </pc:sldMkLst>
        <pc:spChg chg="mod">
          <ac:chgData name="Info Desk" userId="ae29397e-aa92-4942-b8aa-5abb4bbe6b04" providerId="ADAL" clId="{C582BD9D-488B-425A-A8CB-82D43A2C2498}" dt="2026-09-02T07:35:02.539" v="0" actId="12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Info Desk" userId="ae29397e-aa92-4942-b8aa-5abb4bbe6b04" providerId="ADAL" clId="{C582BD9D-488B-425A-A8CB-82D43A2C2498}" dt="2026-09-02T07:40:55.369" v="8" actId="1076"/>
        <pc:sldMkLst>
          <pc:docMk/>
          <pc:sldMk cId="0" sldId="259"/>
        </pc:sldMkLst>
        <pc:spChg chg="mod">
          <ac:chgData name="Info Desk" userId="ae29397e-aa92-4942-b8aa-5abb4bbe6b04" providerId="ADAL" clId="{C582BD9D-488B-425A-A8CB-82D43A2C2498}" dt="2026-09-02T07:40:55.369" v="8" actId="1076"/>
          <ac:spMkLst>
            <pc:docMk/>
            <pc:sldMk cId="0" sldId="259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38:47.429" v="1" actId="478"/>
          <ac:spMkLst>
            <pc:docMk/>
            <pc:sldMk cId="0" sldId="259"/>
            <ac:spMk id="20" creationId="{00000000-0000-0000-0000-000000000000}"/>
          </ac:spMkLst>
        </pc:spChg>
        <pc:picChg chg="add del">
          <ac:chgData name="Info Desk" userId="ae29397e-aa92-4942-b8aa-5abb4bbe6b04" providerId="ADAL" clId="{C582BD9D-488B-425A-A8CB-82D43A2C2498}" dt="2026-09-02T07:40:35.210" v="3" actId="478"/>
          <ac:picMkLst>
            <pc:docMk/>
            <pc:sldMk cId="0" sldId="259"/>
            <ac:picMk id="22" creationId="{3C30209C-037C-E0CC-EC0B-D3F3CF5C7678}"/>
          </ac:picMkLst>
        </pc:picChg>
        <pc:picChg chg="add mod">
          <ac:chgData name="Info Desk" userId="ae29397e-aa92-4942-b8aa-5abb4bbe6b04" providerId="ADAL" clId="{C582BD9D-488B-425A-A8CB-82D43A2C2498}" dt="2026-09-02T07:40:47.867" v="7" actId="1076"/>
          <ac:picMkLst>
            <pc:docMk/>
            <pc:sldMk cId="0" sldId="259"/>
            <ac:picMk id="24" creationId="{70624441-FC1C-D463-2977-330888EC1EA6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5:00:46.973" v="327" actId="22"/>
        <pc:sldMkLst>
          <pc:docMk/>
          <pc:sldMk cId="0" sldId="260"/>
        </pc:sldMkLst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1:08.045" v="9" actId="478"/>
          <ac:spMkLst>
            <pc:docMk/>
            <pc:sldMk cId="0" sldId="260"/>
            <ac:spMk id="20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0:46.973" v="327" actId="22"/>
          <ac:picMkLst>
            <pc:docMk/>
            <pc:sldMk cId="0" sldId="260"/>
            <ac:picMk id="5" creationId="{55BBCAF4-753E-01CF-2CF9-8C67B4BAF3CE}"/>
          </ac:picMkLst>
        </pc:picChg>
        <pc:picChg chg="add del mod">
          <ac:chgData name="Info Desk" userId="ae29397e-aa92-4942-b8aa-5abb4bbe6b04" providerId="ADAL" clId="{C582BD9D-488B-425A-A8CB-82D43A2C2498}" dt="2026-09-03T15:00:40.912" v="326" actId="21"/>
          <ac:picMkLst>
            <pc:docMk/>
            <pc:sldMk cId="0" sldId="260"/>
            <ac:picMk id="22" creationId="{6B032C40-64EB-FBD0-2188-49668F91BABB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0:36.431" v="325" actId="22"/>
        <pc:sldMkLst>
          <pc:docMk/>
          <pc:sldMk cId="0" sldId="261"/>
        </pc:sldMkLst>
        <pc:spChg chg="mod">
          <ac:chgData name="Info Desk" userId="ae29397e-aa92-4942-b8aa-5abb4bbe6b04" providerId="ADAL" clId="{C582BD9D-488B-425A-A8CB-82D43A2C2498}" dt="2026-09-02T07:49:44.354" v="18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49:39.500" v="16" actId="478"/>
          <ac:spMkLst>
            <pc:docMk/>
            <pc:sldMk cId="0" sldId="261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0:36.431" v="325" actId="22"/>
          <ac:picMkLst>
            <pc:docMk/>
            <pc:sldMk cId="0" sldId="261"/>
            <ac:picMk id="6" creationId="{C671984A-400E-8602-AABB-564CBE5501BD}"/>
          </ac:picMkLst>
        </pc:picChg>
        <pc:picChg chg="add del mod">
          <ac:chgData name="Info Desk" userId="ae29397e-aa92-4942-b8aa-5abb4bbe6b04" providerId="ADAL" clId="{C582BD9D-488B-425A-A8CB-82D43A2C2498}" dt="2026-09-03T15:00:32.483" v="324" actId="21"/>
          <ac:picMkLst>
            <pc:docMk/>
            <pc:sldMk cId="0" sldId="261"/>
            <ac:picMk id="7" creationId="{5FD74A28-7178-0C23-F65A-8BD477051D65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0:20.461" v="321" actId="1076"/>
        <pc:sldMkLst>
          <pc:docMk/>
          <pc:sldMk cId="0" sldId="263"/>
        </pc:sldMkLst>
        <pc:spChg chg="del">
          <ac:chgData name="Info Desk" userId="ae29397e-aa92-4942-b8aa-5abb4bbe6b04" providerId="ADAL" clId="{C582BD9D-488B-425A-A8CB-82D43A2C2498}" dt="2026-09-02T07:55:06.131" v="24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7:55:17.362" v="27" actId="1076"/>
          <ac:spMkLst>
            <pc:docMk/>
            <pc:sldMk cId="0" sldId="263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5:09.829" v="25" actId="478"/>
          <ac:spMkLst>
            <pc:docMk/>
            <pc:sldMk cId="0" sldId="263"/>
            <ac:spMk id="19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5:00:20.461" v="321" actId="1076"/>
          <ac:picMkLst>
            <pc:docMk/>
            <pc:sldMk cId="0" sldId="263"/>
            <ac:picMk id="4" creationId="{C580237B-EE9D-5114-EE28-04EC6549209C}"/>
          </ac:picMkLst>
        </pc:picChg>
        <pc:picChg chg="add del mod">
          <ac:chgData name="Info Desk" userId="ae29397e-aa92-4942-b8aa-5abb4bbe6b04" providerId="ADAL" clId="{C582BD9D-488B-425A-A8CB-82D43A2C2498}" dt="2026-09-03T15:00:14.455" v="319" actId="21"/>
          <ac:picMkLst>
            <pc:docMk/>
            <pc:sldMk cId="0" sldId="263"/>
            <ac:picMk id="22" creationId="{2E8654DB-E461-475C-6831-9956DC70E19B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5:00:11.430" v="318" actId="22"/>
        <pc:sldMkLst>
          <pc:docMk/>
          <pc:sldMk cId="0" sldId="264"/>
        </pc:sldMkLst>
        <pc:spChg chg="mod">
          <ac:chgData name="Info Desk" userId="ae29397e-aa92-4942-b8aa-5abb4bbe6b04" providerId="ADAL" clId="{C582BD9D-488B-425A-A8CB-82D43A2C2498}" dt="2026-09-02T07:59:34.539" v="37" actId="1076"/>
          <ac:spMkLst>
            <pc:docMk/>
            <pc:sldMk cId="0" sldId="264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7:59:20.603" v="33" actId="478"/>
          <ac:spMkLst>
            <pc:docMk/>
            <pc:sldMk cId="0" sldId="264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0:11.430" v="318" actId="22"/>
          <ac:picMkLst>
            <pc:docMk/>
            <pc:sldMk cId="0" sldId="264"/>
            <ac:picMk id="6" creationId="{C7C65EC5-8025-3821-872F-9E0F1C63ED62}"/>
          </ac:picMkLst>
        </pc:picChg>
        <pc:picChg chg="add del mod">
          <ac:chgData name="Info Desk" userId="ae29397e-aa92-4942-b8aa-5abb4bbe6b04" providerId="ADAL" clId="{C582BD9D-488B-425A-A8CB-82D43A2C2498}" dt="2026-09-02T08:00:54.251" v="40" actId="478"/>
          <ac:picMkLst>
            <pc:docMk/>
            <pc:sldMk cId="0" sldId="264"/>
            <ac:picMk id="7" creationId="{C8D98B86-0064-49E4-C5CA-66205A2A54A3}"/>
          </ac:picMkLst>
        </pc:picChg>
        <pc:picChg chg="add del mod">
          <ac:chgData name="Info Desk" userId="ae29397e-aa92-4942-b8aa-5abb4bbe6b04" providerId="ADAL" clId="{C582BD9D-488B-425A-A8CB-82D43A2C2498}" dt="2026-09-03T15:00:07.647" v="317" actId="21"/>
          <ac:picMkLst>
            <pc:docMk/>
            <pc:sldMk cId="0" sldId="264"/>
            <ac:picMk id="9" creationId="{36FAE4B0-5287-8E8F-2A39-8A1F9988653D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0:03.606" v="316" actId="22"/>
        <pc:sldMkLst>
          <pc:docMk/>
          <pc:sldMk cId="0" sldId="266"/>
        </pc:sldMkLst>
        <pc:spChg chg="del">
          <ac:chgData name="Info Desk" userId="ae29397e-aa92-4942-b8aa-5abb4bbe6b04" providerId="ADAL" clId="{C582BD9D-488B-425A-A8CB-82D43A2C2498}" dt="2026-09-02T08:03:37.100" v="44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8:03:53.970" v="48" actId="1076"/>
          <ac:spMkLst>
            <pc:docMk/>
            <pc:sldMk cId="0" sldId="266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3:42.196" v="45" actId="478"/>
          <ac:spMkLst>
            <pc:docMk/>
            <pc:sldMk cId="0" sldId="266"/>
            <ac:spMk id="19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0:03.606" v="316" actId="22"/>
          <ac:picMkLst>
            <pc:docMk/>
            <pc:sldMk cId="0" sldId="266"/>
            <ac:picMk id="4" creationId="{523418D9-0744-481E-59F3-43FA4FD5A5CF}"/>
          </ac:picMkLst>
        </pc:picChg>
        <pc:picChg chg="add del mod">
          <ac:chgData name="Info Desk" userId="ae29397e-aa92-4942-b8aa-5abb4bbe6b04" providerId="ADAL" clId="{C582BD9D-488B-425A-A8CB-82D43A2C2498}" dt="2026-09-03T14:59:59.336" v="315" actId="21"/>
          <ac:picMkLst>
            <pc:docMk/>
            <pc:sldMk cId="0" sldId="266"/>
            <ac:picMk id="22" creationId="{22C3959B-D101-570C-B341-46795871B19D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9:56.005" v="314" actId="22"/>
        <pc:sldMkLst>
          <pc:docMk/>
          <pc:sldMk cId="0" sldId="267"/>
        </pc:sldMkLst>
        <pc:spChg chg="del">
          <ac:chgData name="Info Desk" userId="ae29397e-aa92-4942-b8aa-5abb4bbe6b04" providerId="ADAL" clId="{C582BD9D-488B-425A-A8CB-82D43A2C2498}" dt="2026-09-02T08:06:32.940" v="51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8:06:42.850" v="54" actId="1076"/>
          <ac:spMkLst>
            <pc:docMk/>
            <pc:sldMk cId="0" sldId="267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6:37.547" v="52" actId="478"/>
          <ac:spMkLst>
            <pc:docMk/>
            <pc:sldMk cId="0" sldId="267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9:56.005" v="314" actId="22"/>
          <ac:picMkLst>
            <pc:docMk/>
            <pc:sldMk cId="0" sldId="267"/>
            <ac:picMk id="4" creationId="{25C19B9D-7B55-794C-51D7-B83B0BD8AAC6}"/>
          </ac:picMkLst>
        </pc:picChg>
        <pc:picChg chg="add del mod">
          <ac:chgData name="Info Desk" userId="ae29397e-aa92-4942-b8aa-5abb4bbe6b04" providerId="ADAL" clId="{C582BD9D-488B-425A-A8CB-82D43A2C2498}" dt="2026-09-03T14:59:51.167" v="313" actId="21"/>
          <ac:picMkLst>
            <pc:docMk/>
            <pc:sldMk cId="0" sldId="267"/>
            <ac:picMk id="14" creationId="{D54E7700-6144-256F-29CD-6496F861E7E8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9:46.627" v="312" actId="22"/>
        <pc:sldMkLst>
          <pc:docMk/>
          <pc:sldMk cId="0" sldId="268"/>
        </pc:sldMkLst>
        <pc:spChg chg="del">
          <ac:chgData name="Info Desk" userId="ae29397e-aa92-4942-b8aa-5abb4bbe6b04" providerId="ADAL" clId="{C582BD9D-488B-425A-A8CB-82D43A2C2498}" dt="2026-09-02T08:06:55.874" v="58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8:06:53.810" v="57" actId="1076"/>
          <ac:spMkLst>
            <pc:docMk/>
            <pc:sldMk cId="0" sldId="26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08:47.106" v="59" actId="478"/>
          <ac:spMkLst>
            <pc:docMk/>
            <pc:sldMk cId="0" sldId="268"/>
            <ac:spMk id="15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9:46.627" v="312" actId="22"/>
          <ac:picMkLst>
            <pc:docMk/>
            <pc:sldMk cId="0" sldId="268"/>
            <ac:picMk id="4" creationId="{0098252A-9E97-03FC-5ED8-D0F52C43C503}"/>
          </ac:picMkLst>
        </pc:picChg>
        <pc:picChg chg="add del mod">
          <ac:chgData name="Info Desk" userId="ae29397e-aa92-4942-b8aa-5abb4bbe6b04" providerId="ADAL" clId="{C582BD9D-488B-425A-A8CB-82D43A2C2498}" dt="2026-09-03T14:59:42.286" v="311" actId="21"/>
          <ac:picMkLst>
            <pc:docMk/>
            <pc:sldMk cId="0" sldId="268"/>
            <ac:picMk id="18" creationId="{4190C575-9023-AAE1-A9D8-95025C3F3A35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9:39.203" v="310" actId="14100"/>
        <pc:sldMkLst>
          <pc:docMk/>
          <pc:sldMk cId="0" sldId="269"/>
        </pc:sldMkLst>
        <pc:spChg chg="del">
          <ac:chgData name="Info Desk" userId="ae29397e-aa92-4942-b8aa-5abb4bbe6b04" providerId="ADAL" clId="{C582BD9D-488B-425A-A8CB-82D43A2C2498}" dt="2026-09-02T08:10:53.020" v="64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8:11:05.227" v="67" actId="1076"/>
          <ac:spMkLst>
            <pc:docMk/>
            <pc:sldMk cId="0" sldId="269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0:58.539" v="65" actId="478"/>
          <ac:spMkLst>
            <pc:docMk/>
            <pc:sldMk cId="0" sldId="269"/>
            <ac:spMk id="15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9:39.203" v="310" actId="14100"/>
          <ac:picMkLst>
            <pc:docMk/>
            <pc:sldMk cId="0" sldId="269"/>
            <ac:picMk id="4" creationId="{DA3C5B98-B7B8-5027-6B8E-E1A4B6C940F0}"/>
          </ac:picMkLst>
        </pc:picChg>
        <pc:picChg chg="add del mod">
          <ac:chgData name="Info Desk" userId="ae29397e-aa92-4942-b8aa-5abb4bbe6b04" providerId="ADAL" clId="{C582BD9D-488B-425A-A8CB-82D43A2C2498}" dt="2026-09-03T14:59:31.879" v="308" actId="21"/>
          <ac:picMkLst>
            <pc:docMk/>
            <pc:sldMk cId="0" sldId="269"/>
            <ac:picMk id="18" creationId="{51022836-05AC-7D8D-E5B1-B6865B34BDB2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9:28.875" v="307" actId="22"/>
        <pc:sldMkLst>
          <pc:docMk/>
          <pc:sldMk cId="0" sldId="270"/>
        </pc:sldMkLst>
        <pc:spChg chg="del">
          <ac:chgData name="Info Desk" userId="ae29397e-aa92-4942-b8aa-5abb4bbe6b04" providerId="ADAL" clId="{C582BD9D-488B-425A-A8CB-82D43A2C2498}" dt="2026-09-02T08:14:30.059" v="70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08:15:59.954" v="78" actId="1076"/>
          <ac:spMkLst>
            <pc:docMk/>
            <pc:sldMk cId="0" sldId="270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4:33.931" v="71" actId="478"/>
          <ac:spMkLst>
            <pc:docMk/>
            <pc:sldMk cId="0" sldId="270"/>
            <ac:spMk id="15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9:28.875" v="307" actId="22"/>
          <ac:picMkLst>
            <pc:docMk/>
            <pc:sldMk cId="0" sldId="270"/>
            <ac:picMk id="4" creationId="{EE3ED370-48B5-8C73-90A1-528727AB7E2F}"/>
          </ac:picMkLst>
        </pc:picChg>
        <pc:picChg chg="add del mod">
          <ac:chgData name="Info Desk" userId="ae29397e-aa92-4942-b8aa-5abb4bbe6b04" providerId="ADAL" clId="{C582BD9D-488B-425A-A8CB-82D43A2C2498}" dt="2026-09-03T14:59:24.740" v="306" actId="21"/>
          <ac:picMkLst>
            <pc:docMk/>
            <pc:sldMk cId="0" sldId="270"/>
            <ac:picMk id="18" creationId="{72E8C78C-F540-441C-393E-95FAC788A439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4:59:20.257" v="305" actId="22"/>
        <pc:sldMkLst>
          <pc:docMk/>
          <pc:sldMk cId="0" sldId="272"/>
        </pc:sldMkLst>
        <pc:spChg chg="mod">
          <ac:chgData name="Info Desk" userId="ae29397e-aa92-4942-b8aa-5abb4bbe6b04" providerId="ADAL" clId="{C582BD9D-488B-425A-A8CB-82D43A2C2498}" dt="2026-09-02T08:18:23.155" v="83" actId="1076"/>
          <ac:spMkLst>
            <pc:docMk/>
            <pc:sldMk cId="0" sldId="272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08:18:18.107" v="81" actId="478"/>
          <ac:spMkLst>
            <pc:docMk/>
            <pc:sldMk cId="0" sldId="272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9:20.257" v="305" actId="22"/>
          <ac:picMkLst>
            <pc:docMk/>
            <pc:sldMk cId="0" sldId="272"/>
            <ac:picMk id="6" creationId="{BBBE347E-2705-7A53-79D1-ECB84F93E189}"/>
          </ac:picMkLst>
        </pc:picChg>
        <pc:picChg chg="add del mod">
          <ac:chgData name="Info Desk" userId="ae29397e-aa92-4942-b8aa-5abb4bbe6b04" providerId="ADAL" clId="{C582BD9D-488B-425A-A8CB-82D43A2C2498}" dt="2026-09-03T14:59:14.808" v="304" actId="21"/>
          <ac:picMkLst>
            <pc:docMk/>
            <pc:sldMk cId="0" sldId="272"/>
            <ac:picMk id="7" creationId="{A018E5D5-6D5A-17F2-2204-52B208347721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9:07.512" v="303" actId="1076"/>
        <pc:sldMkLst>
          <pc:docMk/>
          <pc:sldMk cId="0" sldId="273"/>
        </pc:sldMkLst>
        <pc:spChg chg="del">
          <ac:chgData name="Info Desk" userId="ae29397e-aa92-4942-b8aa-5abb4bbe6b04" providerId="ADAL" clId="{C582BD9D-488B-425A-A8CB-82D43A2C2498}" dt="2026-09-02T14:19:47.834" v="86" actId="478"/>
          <ac:spMkLst>
            <pc:docMk/>
            <pc:sldMk cId="0" sldId="273"/>
            <ac:spMk id="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19:52.224" v="87" actId="478"/>
          <ac:spMkLst>
            <pc:docMk/>
            <pc:sldMk cId="0" sldId="273"/>
            <ac:spMk id="19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9:07.512" v="303" actId="1076"/>
          <ac:picMkLst>
            <pc:docMk/>
            <pc:sldMk cId="0" sldId="273"/>
            <ac:picMk id="4" creationId="{FEDB3825-D26E-AD09-12D6-9F925D1F5427}"/>
          </ac:picMkLst>
        </pc:picChg>
        <pc:picChg chg="add del mod">
          <ac:chgData name="Info Desk" userId="ae29397e-aa92-4942-b8aa-5abb4bbe6b04" providerId="ADAL" clId="{C582BD9D-488B-425A-A8CB-82D43A2C2498}" dt="2026-09-03T14:58:57.481" v="300" actId="21"/>
          <ac:picMkLst>
            <pc:docMk/>
            <pc:sldMk cId="0" sldId="273"/>
            <ac:picMk id="22" creationId="{1E3E0744-F979-72BF-BCF5-3C2BAA2ED986}"/>
          </ac:picMkLst>
        </pc:picChg>
      </pc:sldChg>
      <pc:sldChg chg="del">
        <pc:chgData name="Info Desk" userId="ae29397e-aa92-4942-b8aa-5abb4bbe6b04" providerId="ADAL" clId="{C582BD9D-488B-425A-A8CB-82D43A2C2498}" dt="2026-09-02T14:20:03.902" v="90" actId="47"/>
        <pc:sldMkLst>
          <pc:docMk/>
          <pc:sldMk cId="0" sldId="274"/>
        </pc:sldMkLst>
      </pc:sldChg>
      <pc:sldChg chg="addSp delSp modSp mod">
        <pc:chgData name="Info Desk" userId="ae29397e-aa92-4942-b8aa-5abb4bbe6b04" providerId="ADAL" clId="{C582BD9D-488B-425A-A8CB-82D43A2C2498}" dt="2026-09-02T14:22:27.734" v="94" actId="1076"/>
        <pc:sldMkLst>
          <pc:docMk/>
          <pc:sldMk cId="0" sldId="275"/>
        </pc:sldMkLst>
        <pc:spChg chg="del">
          <ac:chgData name="Info Desk" userId="ae29397e-aa92-4942-b8aa-5abb4bbe6b04" providerId="ADAL" clId="{C582BD9D-488B-425A-A8CB-82D43A2C2498}" dt="2026-09-02T14:22:16.327" v="91" actId="478"/>
          <ac:spMkLst>
            <pc:docMk/>
            <pc:sldMk cId="0" sldId="275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22:27.734" v="94" actId="1076"/>
          <ac:spMkLst>
            <pc:docMk/>
            <pc:sldMk cId="0" sldId="275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2:20.775" v="92" actId="478"/>
          <ac:spMkLst>
            <pc:docMk/>
            <pc:sldMk cId="0" sldId="275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2T14:22:22.981" v="93" actId="22"/>
          <ac:picMkLst>
            <pc:docMk/>
            <pc:sldMk cId="0" sldId="275"/>
            <ac:picMk id="14" creationId="{C9A68E78-81FC-5124-EF78-01B3334DA9F2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51.792" v="299" actId="22"/>
        <pc:sldMkLst>
          <pc:docMk/>
          <pc:sldMk cId="0" sldId="277"/>
        </pc:sldMkLst>
        <pc:spChg chg="del">
          <ac:chgData name="Info Desk" userId="ae29397e-aa92-4942-b8aa-5abb4bbe6b04" providerId="ADAL" clId="{C582BD9D-488B-425A-A8CB-82D43A2C2498}" dt="2026-09-02T14:25:15.524" v="95" actId="478"/>
          <ac:spMkLst>
            <pc:docMk/>
            <pc:sldMk cId="0" sldId="277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25:23.974" v="98" actId="107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25:19.343" v="96" actId="478"/>
          <ac:spMkLst>
            <pc:docMk/>
            <pc:sldMk cId="0" sldId="277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51.792" v="299" actId="22"/>
          <ac:picMkLst>
            <pc:docMk/>
            <pc:sldMk cId="0" sldId="277"/>
            <ac:picMk id="4" creationId="{24E20472-A67A-DA64-00A8-6323E669E8B7}"/>
          </ac:picMkLst>
        </pc:picChg>
        <pc:picChg chg="add del mod">
          <ac:chgData name="Info Desk" userId="ae29397e-aa92-4942-b8aa-5abb4bbe6b04" providerId="ADAL" clId="{C582BD9D-488B-425A-A8CB-82D43A2C2498}" dt="2026-09-03T14:58:47.381" v="298" actId="21"/>
          <ac:picMkLst>
            <pc:docMk/>
            <pc:sldMk cId="0" sldId="277"/>
            <ac:picMk id="14" creationId="{DAF43158-5AE2-382B-5906-914D311AB7A4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4:58:43.965" v="297" actId="22"/>
        <pc:sldMkLst>
          <pc:docMk/>
          <pc:sldMk cId="0" sldId="278"/>
        </pc:sldMkLst>
        <pc:spChg chg="mod">
          <ac:chgData name="Info Desk" userId="ae29397e-aa92-4942-b8aa-5abb4bbe6b04" providerId="ADAL" clId="{C582BD9D-488B-425A-A8CB-82D43A2C2498}" dt="2026-09-02T14:30:39.432" v="107" actId="1076"/>
          <ac:spMkLst>
            <pc:docMk/>
            <pc:sldMk cId="0" sldId="27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0:32.449" v="105" actId="478"/>
          <ac:spMkLst>
            <pc:docMk/>
            <pc:sldMk cId="0" sldId="278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43.965" v="297" actId="22"/>
          <ac:picMkLst>
            <pc:docMk/>
            <pc:sldMk cId="0" sldId="278"/>
            <ac:picMk id="6" creationId="{75B405A6-63F6-3DB2-3A6D-7589811128E0}"/>
          </ac:picMkLst>
        </pc:picChg>
        <pc:picChg chg="add del mod">
          <ac:chgData name="Info Desk" userId="ae29397e-aa92-4942-b8aa-5abb4bbe6b04" providerId="ADAL" clId="{C582BD9D-488B-425A-A8CB-82D43A2C2498}" dt="2026-09-03T14:58:39.140" v="296" actId="21"/>
          <ac:picMkLst>
            <pc:docMk/>
            <pc:sldMk cId="0" sldId="278"/>
            <ac:picMk id="7" creationId="{5E3AA1B8-A95F-730F-6879-889D297256CF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35.971" v="295" actId="22"/>
        <pc:sldMkLst>
          <pc:docMk/>
          <pc:sldMk cId="0" sldId="279"/>
        </pc:sldMkLst>
        <pc:spChg chg="del">
          <ac:chgData name="Info Desk" userId="ae29397e-aa92-4942-b8aa-5abb4bbe6b04" providerId="ADAL" clId="{C582BD9D-488B-425A-A8CB-82D43A2C2498}" dt="2026-09-02T14:34:10.512" v="111" actId="478"/>
          <ac:spMkLst>
            <pc:docMk/>
            <pc:sldMk cId="0" sldId="279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34:20.541" v="114" actId="1076"/>
          <ac:spMkLst>
            <pc:docMk/>
            <pc:sldMk cId="0" sldId="279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4:14.599" v="112" actId="478"/>
          <ac:spMkLst>
            <pc:docMk/>
            <pc:sldMk cId="0" sldId="279"/>
            <ac:spMk id="1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35.971" v="295" actId="22"/>
          <ac:picMkLst>
            <pc:docMk/>
            <pc:sldMk cId="0" sldId="279"/>
            <ac:picMk id="4" creationId="{B1B71327-166E-CBF6-8FB9-561585FA2F77}"/>
          </ac:picMkLst>
        </pc:picChg>
        <pc:picChg chg="add del mod">
          <ac:chgData name="Info Desk" userId="ae29397e-aa92-4942-b8aa-5abb4bbe6b04" providerId="ADAL" clId="{C582BD9D-488B-425A-A8CB-82D43A2C2498}" dt="2026-09-03T14:58:30.312" v="294" actId="21"/>
          <ac:picMkLst>
            <pc:docMk/>
            <pc:sldMk cId="0" sldId="279"/>
            <ac:picMk id="18" creationId="{EBFCC356-F60A-195A-2A56-607140F6FF4D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26.204" v="293" actId="22"/>
        <pc:sldMkLst>
          <pc:docMk/>
          <pc:sldMk cId="0" sldId="281"/>
        </pc:sldMkLst>
        <pc:spChg chg="del">
          <ac:chgData name="Info Desk" userId="ae29397e-aa92-4942-b8aa-5abb4bbe6b04" providerId="ADAL" clId="{C582BD9D-488B-425A-A8CB-82D43A2C2498}" dt="2026-09-02T14:36:45.715" v="117" actId="478"/>
          <ac:spMkLst>
            <pc:docMk/>
            <pc:sldMk cId="0" sldId="281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36:59.978" v="120" actId="1076"/>
          <ac:spMkLst>
            <pc:docMk/>
            <pc:sldMk cId="0" sldId="281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6:52.555" v="118" actId="478"/>
          <ac:spMkLst>
            <pc:docMk/>
            <pc:sldMk cId="0" sldId="281"/>
            <ac:spMk id="18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26.204" v="293" actId="22"/>
          <ac:picMkLst>
            <pc:docMk/>
            <pc:sldMk cId="0" sldId="281"/>
            <ac:picMk id="4" creationId="{8ED31CBF-3F0E-3699-333E-D9A9A0A23975}"/>
          </ac:picMkLst>
        </pc:picChg>
        <pc:picChg chg="add del mod">
          <ac:chgData name="Info Desk" userId="ae29397e-aa92-4942-b8aa-5abb4bbe6b04" providerId="ADAL" clId="{C582BD9D-488B-425A-A8CB-82D43A2C2498}" dt="2026-09-03T14:58:22.561" v="292" actId="21"/>
          <ac:picMkLst>
            <pc:docMk/>
            <pc:sldMk cId="0" sldId="281"/>
            <ac:picMk id="22" creationId="{7EB9687B-478D-ADAF-9DC4-AC3FEA5ADFC8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18.595" v="291" actId="22"/>
        <pc:sldMkLst>
          <pc:docMk/>
          <pc:sldMk cId="0" sldId="282"/>
        </pc:sldMkLst>
        <pc:spChg chg="mod">
          <ac:chgData name="Info Desk" userId="ae29397e-aa92-4942-b8aa-5abb4bbe6b04" providerId="ADAL" clId="{C582BD9D-488B-425A-A8CB-82D43A2C2498}" dt="2026-09-02T14:39:29.615" v="125" actId="1076"/>
          <ac:spMkLst>
            <pc:docMk/>
            <pc:sldMk cId="0" sldId="282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39:25.584" v="123" actId="478"/>
          <ac:spMkLst>
            <pc:docMk/>
            <pc:sldMk cId="0" sldId="282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18.595" v="291" actId="22"/>
          <ac:picMkLst>
            <pc:docMk/>
            <pc:sldMk cId="0" sldId="282"/>
            <ac:picMk id="6" creationId="{BDF70297-3AC3-CE0A-6098-69B9BA1FB967}"/>
          </ac:picMkLst>
        </pc:picChg>
        <pc:picChg chg="add del mod">
          <ac:chgData name="Info Desk" userId="ae29397e-aa92-4942-b8aa-5abb4bbe6b04" providerId="ADAL" clId="{C582BD9D-488B-425A-A8CB-82D43A2C2498}" dt="2026-09-03T14:58:13.907" v="290" actId="21"/>
          <ac:picMkLst>
            <pc:docMk/>
            <pc:sldMk cId="0" sldId="282"/>
            <ac:picMk id="7" creationId="{43CE5680-8422-BD3B-77A3-B5595C832119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02.166" v="287" actId="1076"/>
        <pc:sldMkLst>
          <pc:docMk/>
          <pc:sldMk cId="0" sldId="283"/>
        </pc:sldMkLst>
        <pc:spChg chg="del">
          <ac:chgData name="Info Desk" userId="ae29397e-aa92-4942-b8aa-5abb4bbe6b04" providerId="ADAL" clId="{C582BD9D-488B-425A-A8CB-82D43A2C2498}" dt="2026-09-02T14:42:12.644" v="128" actId="478"/>
          <ac:spMkLst>
            <pc:docMk/>
            <pc:sldMk cId="0" sldId="283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42:24.284" v="131" actId="1076"/>
          <ac:spMkLst>
            <pc:docMk/>
            <pc:sldMk cId="0" sldId="283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2:17.980" v="129" actId="478"/>
          <ac:spMkLst>
            <pc:docMk/>
            <pc:sldMk cId="0" sldId="283"/>
            <ac:spMk id="11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8:02.166" v="287" actId="1076"/>
          <ac:picMkLst>
            <pc:docMk/>
            <pc:sldMk cId="0" sldId="283"/>
            <ac:picMk id="4" creationId="{B8FB1805-2DF8-77CA-83E6-D46AB83F60C6}"/>
          </ac:picMkLst>
        </pc:picChg>
        <pc:picChg chg="add del mod">
          <ac:chgData name="Info Desk" userId="ae29397e-aa92-4942-b8aa-5abb4bbe6b04" providerId="ADAL" clId="{C582BD9D-488B-425A-A8CB-82D43A2C2498}" dt="2026-09-03T14:57:54.760" v="285" actId="21"/>
          <ac:picMkLst>
            <pc:docMk/>
            <pc:sldMk cId="0" sldId="283"/>
            <ac:picMk id="14" creationId="{645C1CD3-17F8-7BF3-12A7-63EE1DD90F74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8:08.945" v="289" actId="22"/>
        <pc:sldMkLst>
          <pc:docMk/>
          <pc:sldMk cId="0" sldId="284"/>
        </pc:sldMkLst>
        <pc:spChg chg="del">
          <ac:chgData name="Info Desk" userId="ae29397e-aa92-4942-b8aa-5abb4bbe6b04" providerId="ADAL" clId="{C582BD9D-488B-425A-A8CB-82D43A2C2498}" dt="2026-09-02T14:44:27.792" v="134" actId="478"/>
          <ac:spMkLst>
            <pc:docMk/>
            <pc:sldMk cId="0" sldId="284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44:36.703" v="137" actId="1076"/>
          <ac:spMkLst>
            <pc:docMk/>
            <pc:sldMk cId="0" sldId="284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44:32.353" v="135" actId="478"/>
          <ac:spMkLst>
            <pc:docMk/>
            <pc:sldMk cId="0" sldId="284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8:08.945" v="289" actId="22"/>
          <ac:picMkLst>
            <pc:docMk/>
            <pc:sldMk cId="0" sldId="284"/>
            <ac:picMk id="4" creationId="{BBA0930F-EF02-01A2-4D36-0A139A5971FD}"/>
          </ac:picMkLst>
        </pc:picChg>
        <pc:picChg chg="add del mod">
          <ac:chgData name="Info Desk" userId="ae29397e-aa92-4942-b8aa-5abb4bbe6b04" providerId="ADAL" clId="{C582BD9D-488B-425A-A8CB-82D43A2C2498}" dt="2026-09-03T14:58:04.857" v="288" actId="21"/>
          <ac:picMkLst>
            <pc:docMk/>
            <pc:sldMk cId="0" sldId="284"/>
            <ac:picMk id="14" creationId="{A669CD59-7D14-18F2-3262-95C01622E5DB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2T14:51:30.844" v="148" actId="255"/>
        <pc:sldMkLst>
          <pc:docMk/>
          <pc:sldMk cId="0" sldId="286"/>
        </pc:sldMkLst>
        <pc:spChg chg="del">
          <ac:chgData name="Info Desk" userId="ae29397e-aa92-4942-b8aa-5abb4bbe6b04" providerId="ADAL" clId="{C582BD9D-488B-425A-A8CB-82D43A2C2498}" dt="2026-09-02T14:51:15.747" v="143" actId="478"/>
          <ac:spMkLst>
            <pc:docMk/>
            <pc:sldMk cId="0" sldId="286"/>
            <ac:spMk id="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1:06.656" v="141" actId="478"/>
          <ac:spMkLst>
            <pc:docMk/>
            <pc:sldMk cId="0" sldId="286"/>
            <ac:spMk id="4" creationId="{00000000-0000-0000-0000-000000000000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7" creationId="{D5F06F76-7A22-59FC-17D8-71B2997C9BE5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9" creationId="{056A6B7A-ABF6-927E-FB2E-62A21DA0C61D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13" creationId="{A96B6DE3-91C3-AEF9-83DE-49CA3C08B3B9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15" creationId="{9D4C86D8-67FB-B0AA-14A5-2FBB47E9ED5D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19" creationId="{3C0A5C02-F503-8377-9D43-D70FC69DD4F6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21" creationId="{969C5D8B-5F0D-D37E-259C-65122BE2F451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23" creationId="{312CAA0D-6600-DA39-1C37-8D906FBCC682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25" creationId="{075C8B69-E661-3F09-9202-E0617C0985F5}"/>
          </ac:spMkLst>
        </pc:spChg>
        <pc:spChg chg="add 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27" creationId="{79A2D553-7AF8-1377-FFCE-218364103123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29" creationId="{DB3E589E-6839-CCA1-513A-76895C20546A}"/>
          </ac:spMkLst>
        </pc:spChg>
        <pc:spChg chg="add">
          <ac:chgData name="Info Desk" userId="ae29397e-aa92-4942-b8aa-5abb4bbe6b04" providerId="ADAL" clId="{C582BD9D-488B-425A-A8CB-82D43A2C2498}" dt="2026-09-02T14:51:08.568" v="142" actId="22"/>
          <ac:spMkLst>
            <pc:docMk/>
            <pc:sldMk cId="0" sldId="286"/>
            <ac:spMk id="33" creationId="{ADB41BE1-2707-2EC1-B874-9112AC0831F8}"/>
          </ac:spMkLst>
        </pc:spChg>
        <pc:spChg chg="add 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37" creationId="{42E01E50-EFEB-9B7C-BCA9-727EC49F3E29}"/>
          </ac:spMkLst>
        </pc:spChg>
        <pc:spChg chg="add 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39" creationId="{2ED48479-8977-0850-98AC-51CEB145C9FD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41" creationId="{16D9CA44-AE4B-5D50-9C6C-A35767358958}"/>
          </ac:spMkLst>
        </pc:spChg>
        <pc:spChg chg="add 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43" creationId="{9B1118CB-85B1-9B15-870D-F6B17038EF14}"/>
          </ac:spMkLst>
        </pc:spChg>
        <pc:spChg chg="mod">
          <ac:chgData name="Info Desk" userId="ae29397e-aa92-4942-b8aa-5abb4bbe6b04" providerId="ADAL" clId="{C582BD9D-488B-425A-A8CB-82D43A2C2498}" dt="2026-09-02T14:51:30.844" v="148" actId="255"/>
          <ac:spMkLst>
            <pc:docMk/>
            <pc:sldMk cId="0" sldId="286"/>
            <ac:spMk id="45" creationId="{8E8DB302-CAA5-4603-A00C-9C76F974DE26}"/>
          </ac:spMkLst>
        </pc:spChg>
        <pc:spChg chg="add del mod">
          <ac:chgData name="Info Desk" userId="ae29397e-aa92-4942-b8aa-5abb4bbe6b04" providerId="ADAL" clId="{C582BD9D-488B-425A-A8CB-82D43A2C2498}" dt="2026-09-02T14:51:18.221" v="146"/>
          <ac:spMkLst>
            <pc:docMk/>
            <pc:sldMk cId="0" sldId="286"/>
            <ac:spMk id="48" creationId="{A5C927E5-6EB1-9CAA-17A6-912FBB0BF106}"/>
          </ac:spMkLst>
        </pc:spChg>
      </pc:sldChg>
      <pc:sldChg chg="addSp delSp modSp mod">
        <pc:chgData name="Info Desk" userId="ae29397e-aa92-4942-b8aa-5abb4bbe6b04" providerId="ADAL" clId="{C582BD9D-488B-425A-A8CB-82D43A2C2498}" dt="2026-09-03T14:57:49.906" v="284" actId="22"/>
        <pc:sldMkLst>
          <pc:docMk/>
          <pc:sldMk cId="0" sldId="287"/>
        </pc:sldMkLst>
        <pc:spChg chg="del">
          <ac:chgData name="Info Desk" userId="ae29397e-aa92-4942-b8aa-5abb4bbe6b04" providerId="ADAL" clId="{C582BD9D-488B-425A-A8CB-82D43A2C2498}" dt="2026-09-02T14:54:33.660" v="149" actId="478"/>
          <ac:spMkLst>
            <pc:docMk/>
            <pc:sldMk cId="0" sldId="287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4:54:44.364" v="152" actId="1076"/>
          <ac:spMkLst>
            <pc:docMk/>
            <pc:sldMk cId="0" sldId="287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4:54:37.708" v="150" actId="478"/>
          <ac:spMkLst>
            <pc:docMk/>
            <pc:sldMk cId="0" sldId="287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7:49.906" v="284" actId="22"/>
          <ac:picMkLst>
            <pc:docMk/>
            <pc:sldMk cId="0" sldId="287"/>
            <ac:picMk id="4" creationId="{C3B96B57-0E22-5CFA-B343-9D694F16E4A9}"/>
          </ac:picMkLst>
        </pc:picChg>
        <pc:picChg chg="add del mod">
          <ac:chgData name="Info Desk" userId="ae29397e-aa92-4942-b8aa-5abb4bbe6b04" providerId="ADAL" clId="{C582BD9D-488B-425A-A8CB-82D43A2C2498}" dt="2026-09-03T14:57:43.795" v="283" actId="21"/>
          <ac:picMkLst>
            <pc:docMk/>
            <pc:sldMk cId="0" sldId="287"/>
            <ac:picMk id="14" creationId="{7B55FADD-67C9-EB34-D6E2-730ED126A9C5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2T15:09:55.923" v="203" actId="255"/>
        <pc:sldMkLst>
          <pc:docMk/>
          <pc:sldMk cId="0" sldId="288"/>
        </pc:sldMkLst>
        <pc:spChg chg="del">
          <ac:chgData name="Info Desk" userId="ae29397e-aa92-4942-b8aa-5abb4bbe6b04" providerId="ADAL" clId="{C582BD9D-488B-425A-A8CB-82D43A2C2498}" dt="2026-09-02T15:05:50.561" v="170" actId="478"/>
          <ac:spMkLst>
            <pc:docMk/>
            <pc:sldMk cId="0" sldId="28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09:48.163" v="202" actId="1076"/>
          <ac:spMkLst>
            <pc:docMk/>
            <pc:sldMk cId="0" sldId="28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05:00.056" v="161" actId="478"/>
          <ac:spMkLst>
            <pc:docMk/>
            <pc:sldMk cId="0" sldId="288"/>
            <ac:spMk id="4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08:00.486" v="183" actId="1076"/>
          <ac:spMkLst>
            <pc:docMk/>
            <pc:sldMk cId="0" sldId="288"/>
            <ac:spMk id="5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09:55.923" v="203" actId="255"/>
          <ac:spMkLst>
            <pc:docMk/>
            <pc:sldMk cId="0" sldId="288"/>
            <ac:spMk id="6" creationId="{D5CA7554-4C90-0052-FC41-8B2BEB452D85}"/>
          </ac:spMkLst>
        </pc:spChg>
        <pc:spChg chg="mod">
          <ac:chgData name="Info Desk" userId="ae29397e-aa92-4942-b8aa-5abb4bbe6b04" providerId="ADAL" clId="{C582BD9D-488B-425A-A8CB-82D43A2C2498}" dt="2026-09-02T15:09:55.923" v="203" actId="255"/>
          <ac:spMkLst>
            <pc:docMk/>
            <pc:sldMk cId="0" sldId="288"/>
            <ac:spMk id="7" creationId="{F562D28F-5F40-4537-FBD7-1955D0188A48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8" creationId="{40094877-B934-2AA2-9BB9-9D1BC8C93A4D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9" creationId="{D36C929E-8AB9-2024-991F-F5D0915A39F8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10" creationId="{7C6E4AF2-B6A9-0D37-E256-C48CF1E0BE9D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11" creationId="{60A014FF-3077-3061-0C36-DD18A461CF3A}"/>
          </ac:spMkLst>
        </pc:spChg>
        <pc:spChg chg="add mod topLvl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12" creationId="{1A91AE7E-F52E-76D8-76CF-0E47CAEA98D5}"/>
          </ac:spMkLst>
        </pc:spChg>
        <pc:spChg chg="mod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13" creationId="{2515C558-0D93-0F5C-E806-ACE4D22A89C3}"/>
          </ac:spMkLst>
        </pc:spChg>
        <pc:spChg chg="mod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14" creationId="{8ED9C8CE-A07C-0344-F74E-4ED71C4A34F5}"/>
          </ac:spMkLst>
        </pc:spChg>
        <pc:spChg chg="mod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15" creationId="{D5C715B2-D8DF-6E42-A685-F5DE8F1ACD1C}"/>
          </ac:spMkLst>
        </pc:spChg>
        <pc:spChg chg="add mod topLvl">
          <ac:chgData name="Info Desk" userId="ae29397e-aa92-4942-b8aa-5abb4bbe6b04" providerId="ADAL" clId="{C582BD9D-488B-425A-A8CB-82D43A2C2498}" dt="2026-09-02T15:09:25.213" v="198" actId="207"/>
          <ac:spMkLst>
            <pc:docMk/>
            <pc:sldMk cId="0" sldId="288"/>
            <ac:spMk id="16" creationId="{0BDE1EEC-56E3-24F0-4309-FBFC1E24DE6D}"/>
          </ac:spMkLst>
        </pc:spChg>
        <pc:spChg chg="add mod topLvl">
          <ac:chgData name="Info Desk" userId="ae29397e-aa92-4942-b8aa-5abb4bbe6b04" providerId="ADAL" clId="{C582BD9D-488B-425A-A8CB-82D43A2C2498}" dt="2026-09-02T15:06:43.047" v="176" actId="1076"/>
          <ac:spMkLst>
            <pc:docMk/>
            <pc:sldMk cId="0" sldId="288"/>
            <ac:spMk id="17" creationId="{C64641A9-3BA3-882B-642D-12B1666AA68D}"/>
          </ac:spMkLst>
        </pc:spChg>
        <pc:spChg chg="mod">
          <ac:chgData name="Info Desk" userId="ae29397e-aa92-4942-b8aa-5abb4bbe6b04" providerId="ADAL" clId="{C582BD9D-488B-425A-A8CB-82D43A2C2498}" dt="2026-09-02T15:09:41.278" v="201" actId="207"/>
          <ac:spMkLst>
            <pc:docMk/>
            <pc:sldMk cId="0" sldId="288"/>
            <ac:spMk id="18" creationId="{C454FA0A-4963-F1A9-806B-A2AD143F0279}"/>
          </ac:spMkLst>
        </pc:spChg>
        <pc:spChg chg="mod">
          <ac:chgData name="Info Desk" userId="ae29397e-aa92-4942-b8aa-5abb4bbe6b04" providerId="ADAL" clId="{C582BD9D-488B-425A-A8CB-82D43A2C2498}" dt="2026-09-02T15:09:35.978" v="200" actId="207"/>
          <ac:spMkLst>
            <pc:docMk/>
            <pc:sldMk cId="0" sldId="288"/>
            <ac:spMk id="19" creationId="{5010AB52-BE0A-27EA-6D7E-BA3095F1D062}"/>
          </ac:spMkLst>
        </pc:spChg>
        <pc:spChg chg="mod">
          <ac:chgData name="Info Desk" userId="ae29397e-aa92-4942-b8aa-5abb4bbe6b04" providerId="ADAL" clId="{C582BD9D-488B-425A-A8CB-82D43A2C2498}" dt="2026-09-02T15:09:08.099" v="195" actId="207"/>
          <ac:spMkLst>
            <pc:docMk/>
            <pc:sldMk cId="0" sldId="288"/>
            <ac:spMk id="20" creationId="{EBBF079C-D112-6238-897C-19E830A88683}"/>
          </ac:spMkLst>
        </pc:spChg>
        <pc:spChg chg="add mod topLvl">
          <ac:chgData name="Info Desk" userId="ae29397e-aa92-4942-b8aa-5abb4bbe6b04" providerId="ADAL" clId="{C582BD9D-488B-425A-A8CB-82D43A2C2498}" dt="2026-09-02T15:06:48.594" v="177" actId="1076"/>
          <ac:spMkLst>
            <pc:docMk/>
            <pc:sldMk cId="0" sldId="288"/>
            <ac:spMk id="21" creationId="{E5B45CEB-7894-F575-A18E-9AC620258C2A}"/>
          </ac:spMkLst>
        </pc:spChg>
        <pc:spChg chg="add mod topLvl">
          <ac:chgData name="Info Desk" userId="ae29397e-aa92-4942-b8aa-5abb4bbe6b04" providerId="ADAL" clId="{C582BD9D-488B-425A-A8CB-82D43A2C2498}" dt="2026-09-02T15:09:12.206" v="196" actId="207"/>
          <ac:spMkLst>
            <pc:docMk/>
            <pc:sldMk cId="0" sldId="288"/>
            <ac:spMk id="22" creationId="{C5308466-626B-CBFF-7D50-3A82CF6F8E59}"/>
          </ac:spMkLst>
        </pc:spChg>
        <pc:spChg chg="mod">
          <ac:chgData name="Info Desk" userId="ae29397e-aa92-4942-b8aa-5abb4bbe6b04" providerId="ADAL" clId="{C582BD9D-488B-425A-A8CB-82D43A2C2498}" dt="2026-09-02T15:06:48.594" v="177" actId="1076"/>
          <ac:spMkLst>
            <pc:docMk/>
            <pc:sldMk cId="0" sldId="288"/>
            <ac:spMk id="23" creationId="{F7FF781F-C772-B3B3-80BA-F4F10D84CA64}"/>
          </ac:spMkLst>
        </pc:spChg>
        <pc:spChg chg="mod">
          <ac:chgData name="Info Desk" userId="ae29397e-aa92-4942-b8aa-5abb4bbe6b04" providerId="ADAL" clId="{C582BD9D-488B-425A-A8CB-82D43A2C2498}" dt="2026-09-02T15:07:26.620" v="180" actId="207"/>
          <ac:spMkLst>
            <pc:docMk/>
            <pc:sldMk cId="0" sldId="288"/>
            <ac:spMk id="24" creationId="{5FADD273-5AEC-2729-3230-9094EF5C6E1C}"/>
          </ac:spMkLst>
        </pc:spChg>
        <pc:spChg chg="mod">
          <ac:chgData name="Info Desk" userId="ae29397e-aa92-4942-b8aa-5abb4bbe6b04" providerId="ADAL" clId="{C582BD9D-488B-425A-A8CB-82D43A2C2498}" dt="2026-09-02T15:06:54.378" v="178" actId="1076"/>
          <ac:spMkLst>
            <pc:docMk/>
            <pc:sldMk cId="0" sldId="288"/>
            <ac:spMk id="25" creationId="{1CAC2830-EEB6-29E1-8C00-53E4A4CADB38}"/>
          </ac:spMkLst>
        </pc:spChg>
        <pc:spChg chg="mod">
          <ac:chgData name="Info Desk" userId="ae29397e-aa92-4942-b8aa-5abb4bbe6b04" providerId="ADAL" clId="{C582BD9D-488B-425A-A8CB-82D43A2C2498}" dt="2026-09-02T15:07:54.924" v="181" actId="207"/>
          <ac:spMkLst>
            <pc:docMk/>
            <pc:sldMk cId="0" sldId="288"/>
            <ac:spMk id="26" creationId="{25AF85E6-CB7C-0E8C-4C25-018B653E5642}"/>
          </ac:spMkLst>
        </pc:spChg>
        <pc:spChg chg="mod">
          <ac:chgData name="Info Desk" userId="ae29397e-aa92-4942-b8aa-5abb4bbe6b04" providerId="ADAL" clId="{C582BD9D-488B-425A-A8CB-82D43A2C2498}" dt="2026-09-02T15:06:54.378" v="178" actId="1076"/>
          <ac:spMkLst>
            <pc:docMk/>
            <pc:sldMk cId="0" sldId="288"/>
            <ac:spMk id="27" creationId="{0D792851-5D02-3A9F-04C0-4DC917D1F383}"/>
          </ac:spMkLst>
        </pc:spChg>
        <pc:spChg chg="mod">
          <ac:chgData name="Info Desk" userId="ae29397e-aa92-4942-b8aa-5abb4bbe6b04" providerId="ADAL" clId="{C582BD9D-488B-425A-A8CB-82D43A2C2498}" dt="2026-09-02T15:08:36.364" v="191" actId="207"/>
          <ac:spMkLst>
            <pc:docMk/>
            <pc:sldMk cId="0" sldId="288"/>
            <ac:spMk id="28" creationId="{4FC78D3B-9B98-24B5-911D-AC797B325B03}"/>
          </ac:spMkLst>
        </pc:spChg>
        <pc:spChg chg="add mod topLvl">
          <ac:chgData name="Info Desk" userId="ae29397e-aa92-4942-b8aa-5abb4bbe6b04" providerId="ADAL" clId="{C582BD9D-488B-425A-A8CB-82D43A2C2498}" dt="2026-09-02T15:07:17.888" v="179" actId="1076"/>
          <ac:spMkLst>
            <pc:docMk/>
            <pc:sldMk cId="0" sldId="288"/>
            <ac:spMk id="29" creationId="{5F763DB2-4598-88C8-E30C-4BE2B74C970B}"/>
          </ac:spMkLst>
        </pc:spChg>
        <pc:spChg chg="mod">
          <ac:chgData name="Info Desk" userId="ae29397e-aa92-4942-b8aa-5abb4bbe6b04" providerId="ADAL" clId="{C582BD9D-488B-425A-A8CB-82D43A2C2498}" dt="2026-09-02T15:09:17.143" v="197" actId="207"/>
          <ac:spMkLst>
            <pc:docMk/>
            <pc:sldMk cId="0" sldId="288"/>
            <ac:spMk id="30" creationId="{38572C59-4B7F-C6DF-B2F0-76588D22EEA4}"/>
          </ac:spMkLst>
        </pc:spChg>
        <pc:spChg chg="mod">
          <ac:chgData name="Info Desk" userId="ae29397e-aa92-4942-b8aa-5abb4bbe6b04" providerId="ADAL" clId="{C582BD9D-488B-425A-A8CB-82D43A2C2498}" dt="2026-09-02T15:08:53.605" v="194" actId="207"/>
          <ac:spMkLst>
            <pc:docMk/>
            <pc:sldMk cId="0" sldId="288"/>
            <ac:spMk id="31" creationId="{C0C30DBD-42B2-759A-E7CF-B3E11BA6F681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33" creationId="{E7E496F6-8ABD-7363-F6A9-21AF9E140F2D}"/>
          </ac:spMkLst>
        </pc:spChg>
        <pc:spChg chg="mod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34" creationId="{D647E58C-7210-2463-69F3-B19A76983F13}"/>
          </ac:spMkLst>
        </pc:spChg>
        <pc:spChg chg="add mod topLvl">
          <ac:chgData name="Info Desk" userId="ae29397e-aa92-4942-b8aa-5abb4bbe6b04" providerId="ADAL" clId="{C582BD9D-488B-425A-A8CB-82D43A2C2498}" dt="2026-09-02T15:06:43.047" v="176" actId="1076"/>
          <ac:spMkLst>
            <pc:docMk/>
            <pc:sldMk cId="0" sldId="288"/>
            <ac:spMk id="35" creationId="{91BBCB73-6FF8-5BB3-E5FF-2F7AA9D30BC0}"/>
          </ac:spMkLst>
        </pc:spChg>
        <pc:spChg chg="mod">
          <ac:chgData name="Info Desk" userId="ae29397e-aa92-4942-b8aa-5abb4bbe6b04" providerId="ADAL" clId="{C582BD9D-488B-425A-A8CB-82D43A2C2498}" dt="2026-09-02T15:06:48.594" v="177" actId="1076"/>
          <ac:spMkLst>
            <pc:docMk/>
            <pc:sldMk cId="0" sldId="288"/>
            <ac:spMk id="36" creationId="{0E45A198-8CDE-AF2C-5CB5-0B5CF8A0B723}"/>
          </ac:spMkLst>
        </pc:spChg>
        <pc:spChg chg="mod">
          <ac:chgData name="Info Desk" userId="ae29397e-aa92-4942-b8aa-5abb4bbe6b04" providerId="ADAL" clId="{C582BD9D-488B-425A-A8CB-82D43A2C2498}" dt="2026-09-02T15:06:54.378" v="178" actId="1076"/>
          <ac:spMkLst>
            <pc:docMk/>
            <pc:sldMk cId="0" sldId="288"/>
            <ac:spMk id="37" creationId="{045C64E3-AD98-170E-B46E-C59198ED9E81}"/>
          </ac:spMkLst>
        </pc:spChg>
        <pc:spChg chg="mod">
          <ac:chgData name="Info Desk" userId="ae29397e-aa92-4942-b8aa-5abb4bbe6b04" providerId="ADAL" clId="{C582BD9D-488B-425A-A8CB-82D43A2C2498}" dt="2026-09-02T15:08:29.612" v="190" actId="1076"/>
          <ac:spMkLst>
            <pc:docMk/>
            <pc:sldMk cId="0" sldId="288"/>
            <ac:spMk id="38" creationId="{B22DE2DF-70F6-3317-0B77-3CE07E43988D}"/>
          </ac:spMkLst>
        </pc:spChg>
        <pc:spChg chg="mod">
          <ac:chgData name="Info Desk" userId="ae29397e-aa92-4942-b8aa-5abb4bbe6b04" providerId="ADAL" clId="{C582BD9D-488B-425A-A8CB-82D43A2C2498}" dt="2026-09-02T15:06:48.594" v="177" actId="1076"/>
          <ac:spMkLst>
            <pc:docMk/>
            <pc:sldMk cId="0" sldId="288"/>
            <ac:spMk id="39" creationId="{885A5EC3-64A4-8973-55AE-70D6562910A5}"/>
          </ac:spMkLst>
        </pc:spChg>
        <pc:spChg chg="mod">
          <ac:chgData name="Info Desk" userId="ae29397e-aa92-4942-b8aa-5abb4bbe6b04" providerId="ADAL" clId="{C582BD9D-488B-425A-A8CB-82D43A2C2498}" dt="2026-09-02T15:09:55.923" v="203" actId="255"/>
          <ac:spMkLst>
            <pc:docMk/>
            <pc:sldMk cId="0" sldId="288"/>
            <ac:spMk id="41" creationId="{EFFAFC82-2E62-30A8-EC72-967E49D2F08B}"/>
          </ac:spMkLst>
        </pc:spChg>
        <pc:spChg chg="mod">
          <ac:chgData name="Info Desk" userId="ae29397e-aa92-4942-b8aa-5abb4bbe6b04" providerId="ADAL" clId="{C582BD9D-488B-425A-A8CB-82D43A2C2498}" dt="2026-09-02T15:09:55.923" v="203" actId="255"/>
          <ac:spMkLst>
            <pc:docMk/>
            <pc:sldMk cId="0" sldId="288"/>
            <ac:spMk id="42" creationId="{02A897B0-6343-041C-E1E6-FD95C4F6CEAA}"/>
          </ac:spMkLst>
        </pc:spChg>
        <pc:spChg chg="add mod topLvl">
          <ac:chgData name="Info Desk" userId="ae29397e-aa92-4942-b8aa-5abb4bbe6b04" providerId="ADAL" clId="{C582BD9D-488B-425A-A8CB-82D43A2C2498}" dt="2026-09-02T15:06:43.047" v="176" actId="1076"/>
          <ac:spMkLst>
            <pc:docMk/>
            <pc:sldMk cId="0" sldId="288"/>
            <ac:spMk id="43" creationId="{C5033C1F-D90B-8188-DA62-915267FC8D8B}"/>
          </ac:spMkLst>
        </pc:spChg>
        <pc:spChg chg="mod">
          <ac:chgData name="Info Desk" userId="ae29397e-aa92-4942-b8aa-5abb4bbe6b04" providerId="ADAL" clId="{C582BD9D-488B-425A-A8CB-82D43A2C2498}" dt="2026-09-02T15:06:48.594" v="177" actId="1076"/>
          <ac:spMkLst>
            <pc:docMk/>
            <pc:sldMk cId="0" sldId="288"/>
            <ac:spMk id="44" creationId="{23AC70B4-02E7-981C-1E5F-251927AB3001}"/>
          </ac:spMkLst>
        </pc:spChg>
        <pc:spChg chg="mod">
          <ac:chgData name="Info Desk" userId="ae29397e-aa92-4942-b8aa-5abb4bbe6b04" providerId="ADAL" clId="{C582BD9D-488B-425A-A8CB-82D43A2C2498}" dt="2026-09-02T15:06:43.047" v="176" actId="1076"/>
          <ac:spMkLst>
            <pc:docMk/>
            <pc:sldMk cId="0" sldId="288"/>
            <ac:spMk id="45" creationId="{F2F53A37-FB3A-2D06-CC7C-2089A1C91D3D}"/>
          </ac:spMkLst>
        </pc:spChg>
        <pc:spChg chg="mod">
          <ac:chgData name="Info Desk" userId="ae29397e-aa92-4942-b8aa-5abb4bbe6b04" providerId="ADAL" clId="{C582BD9D-488B-425A-A8CB-82D43A2C2498}" dt="2026-09-02T15:06:54.378" v="178" actId="1076"/>
          <ac:spMkLst>
            <pc:docMk/>
            <pc:sldMk cId="0" sldId="288"/>
            <ac:spMk id="46" creationId="{FC144951-49FF-0A7B-C7B1-B3A1768367A7}"/>
          </ac:spMkLst>
        </pc:spChg>
        <pc:spChg chg="add mod topLvl">
          <ac:chgData name="Info Desk" userId="ae29397e-aa92-4942-b8aa-5abb4bbe6b04" providerId="ADAL" clId="{C582BD9D-488B-425A-A8CB-82D43A2C2498}" dt="2026-09-02T15:08:18.103" v="188" actId="1076"/>
          <ac:spMkLst>
            <pc:docMk/>
            <pc:sldMk cId="0" sldId="288"/>
            <ac:spMk id="47" creationId="{5E8E59D0-4909-DD9F-F554-231AFD22C6EE}"/>
          </ac:spMkLst>
        </pc:spChg>
        <pc:spChg chg="mod">
          <ac:chgData name="Info Desk" userId="ae29397e-aa92-4942-b8aa-5abb4bbe6b04" providerId="ADAL" clId="{C582BD9D-488B-425A-A8CB-82D43A2C2498}" dt="2026-09-02T15:06:54.378" v="178" actId="1076"/>
          <ac:spMkLst>
            <pc:docMk/>
            <pc:sldMk cId="0" sldId="288"/>
            <ac:spMk id="48" creationId="{A6842D65-BB68-E910-372C-FF907B8D352A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49" creationId="{18804841-38B5-62AD-71D2-7AD61E8B2202}"/>
          </ac:spMkLst>
        </pc:spChg>
        <pc:spChg chg="add mod topLvl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50" creationId="{440FF4A6-72E3-1C13-601A-E65D94B8395E}"/>
          </ac:spMkLst>
        </pc:spChg>
        <pc:spChg chg="mod">
          <ac:chgData name="Info Desk" userId="ae29397e-aa92-4942-b8aa-5abb4bbe6b04" providerId="ADAL" clId="{C582BD9D-488B-425A-A8CB-82D43A2C2498}" dt="2026-09-02T15:06:36.842" v="175" actId="1076"/>
          <ac:spMkLst>
            <pc:docMk/>
            <pc:sldMk cId="0" sldId="288"/>
            <ac:spMk id="51" creationId="{112C4207-92B5-56AF-FD96-73A89D3658F3}"/>
          </ac:spMkLst>
        </pc:spChg>
        <pc:spChg chg="mod">
          <ac:chgData name="Info Desk" userId="ae29397e-aa92-4942-b8aa-5abb4bbe6b04" providerId="ADAL" clId="{C582BD9D-488B-425A-A8CB-82D43A2C2498}" dt="2026-09-02T15:06:30.720" v="174" actId="1076"/>
          <ac:spMkLst>
            <pc:docMk/>
            <pc:sldMk cId="0" sldId="288"/>
            <ac:spMk id="52" creationId="{8B9CF863-F89C-6297-4570-A33CD0B841AF}"/>
          </ac:spMkLst>
        </pc:spChg>
        <pc:spChg chg="mod">
          <ac:chgData name="Info Desk" userId="ae29397e-aa92-4942-b8aa-5abb4bbe6b04" providerId="ADAL" clId="{C582BD9D-488B-425A-A8CB-82D43A2C2498}" dt="2026-09-02T15:08:22.995" v="189" actId="14100"/>
          <ac:spMkLst>
            <pc:docMk/>
            <pc:sldMk cId="0" sldId="288"/>
            <ac:spMk id="53" creationId="{D02C5A74-DAD1-A39C-AB56-C0728509E3FA}"/>
          </ac:spMkLst>
        </pc:spChg>
        <pc:grpChg chg="mod">
          <ac:chgData name="Info Desk" userId="ae29397e-aa92-4942-b8aa-5abb4bbe6b04" providerId="ADAL" clId="{C582BD9D-488B-425A-A8CB-82D43A2C2498}" dt="2026-09-02T15:05:11.713" v="165" actId="14100"/>
          <ac:grpSpMkLst>
            <pc:docMk/>
            <pc:sldMk cId="0" sldId="288"/>
            <ac:grpSpMk id="54" creationId="{B9C766A0-FDE4-15E6-0694-03D919B5E151}"/>
          </ac:grpSpMkLst>
        </pc:grpChg>
      </pc:sldChg>
      <pc:sldChg chg="addSp delSp modSp mod modNotesTx">
        <pc:chgData name="Info Desk" userId="ae29397e-aa92-4942-b8aa-5abb4bbe6b04" providerId="ADAL" clId="{C582BD9D-488B-425A-A8CB-82D43A2C2498}" dt="2026-09-03T14:57:34.675" v="282" actId="1076"/>
        <pc:sldMkLst>
          <pc:docMk/>
          <pc:sldMk cId="0" sldId="289"/>
        </pc:sldMkLst>
        <pc:spChg chg="del">
          <ac:chgData name="Info Desk" userId="ae29397e-aa92-4942-b8aa-5abb4bbe6b04" providerId="ADAL" clId="{C582BD9D-488B-425A-A8CB-82D43A2C2498}" dt="2026-09-02T15:27:28.539" v="206" actId="478"/>
          <ac:spMkLst>
            <pc:docMk/>
            <pc:sldMk cId="0" sldId="289"/>
            <ac:spMk id="2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27:28.541" v="208"/>
          <ac:spMkLst>
            <pc:docMk/>
            <pc:sldMk cId="0" sldId="289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7:34.675" v="282" actId="1076"/>
          <ac:picMkLst>
            <pc:docMk/>
            <pc:sldMk cId="0" sldId="289"/>
            <ac:picMk id="4" creationId="{CC4D299A-4F5D-B2F8-1670-0148B679E4FF}"/>
          </ac:picMkLst>
        </pc:picChg>
        <pc:picChg chg="add del mod">
          <ac:chgData name="Info Desk" userId="ae29397e-aa92-4942-b8aa-5abb4bbe6b04" providerId="ADAL" clId="{C582BD9D-488B-425A-A8CB-82D43A2C2498}" dt="2026-09-03T14:57:26.808" v="280" actId="21"/>
          <ac:picMkLst>
            <pc:docMk/>
            <pc:sldMk cId="0" sldId="289"/>
            <ac:picMk id="7" creationId="{334DBAAF-A3D6-1162-470E-950AC7EF1E43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4:57:23.718" v="279" actId="22"/>
        <pc:sldMkLst>
          <pc:docMk/>
          <pc:sldMk cId="0" sldId="290"/>
        </pc:sldMkLst>
        <pc:spChg chg="del">
          <ac:chgData name="Info Desk" userId="ae29397e-aa92-4942-b8aa-5abb4bbe6b04" providerId="ADAL" clId="{C582BD9D-488B-425A-A8CB-82D43A2C2498}" dt="2026-09-02T15:30:50.370" v="213" actId="478"/>
          <ac:spMkLst>
            <pc:docMk/>
            <pc:sldMk cId="0" sldId="290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31:11.459" v="218" actId="1076"/>
          <ac:spMkLst>
            <pc:docMk/>
            <pc:sldMk cId="0" sldId="290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31:17.527" v="222"/>
          <ac:spMkLst>
            <pc:docMk/>
            <pc:sldMk cId="0" sldId="290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4:57:23.718" v="279" actId="22"/>
          <ac:picMkLst>
            <pc:docMk/>
            <pc:sldMk cId="0" sldId="290"/>
            <ac:picMk id="4" creationId="{9A07B25C-8F94-E7C4-5BAF-10CF10060AC6}"/>
          </ac:picMkLst>
        </pc:picChg>
        <pc:picChg chg="add del mod">
          <ac:chgData name="Info Desk" userId="ae29397e-aa92-4942-b8aa-5abb4bbe6b04" providerId="ADAL" clId="{C582BD9D-488B-425A-A8CB-82D43A2C2498}" dt="2026-09-03T14:57:19.460" v="278" actId="21"/>
          <ac:picMkLst>
            <pc:docMk/>
            <pc:sldMk cId="0" sldId="290"/>
            <ac:picMk id="7" creationId="{4780E948-1C30-91F6-0BC2-2F5BCAE1E69C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7:12.578" v="277" actId="1076"/>
        <pc:sldMkLst>
          <pc:docMk/>
          <pc:sldMk cId="0" sldId="292"/>
        </pc:sldMkLst>
        <pc:spChg chg="del">
          <ac:chgData name="Info Desk" userId="ae29397e-aa92-4942-b8aa-5abb4bbe6b04" providerId="ADAL" clId="{C582BD9D-488B-425A-A8CB-82D43A2C2498}" dt="2026-09-02T15:33:31.293" v="223" actId="478"/>
          <ac:spMkLst>
            <pc:docMk/>
            <pc:sldMk cId="0" sldId="292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33:41.548" v="226" actId="1076"/>
          <ac:spMkLst>
            <pc:docMk/>
            <pc:sldMk cId="0" sldId="292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5:33:34.901" v="224" actId="478"/>
          <ac:spMkLst>
            <pc:docMk/>
            <pc:sldMk cId="0" sldId="292"/>
            <ac:spMk id="11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7:12.578" v="277" actId="1076"/>
          <ac:picMkLst>
            <pc:docMk/>
            <pc:sldMk cId="0" sldId="292"/>
            <ac:picMk id="4" creationId="{9595CD63-15F4-FEEF-03C0-009F33BBF4EB}"/>
          </ac:picMkLst>
        </pc:picChg>
        <pc:picChg chg="add del mod">
          <ac:chgData name="Info Desk" userId="ae29397e-aa92-4942-b8aa-5abb4bbe6b04" providerId="ADAL" clId="{C582BD9D-488B-425A-A8CB-82D43A2C2498}" dt="2026-09-03T14:57:04.620" v="275" actId="21"/>
          <ac:picMkLst>
            <pc:docMk/>
            <pc:sldMk cId="0" sldId="292"/>
            <ac:picMk id="14" creationId="{B32C32E9-3149-FD8C-4A4D-D17C8BF3E558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4:57:00.529" v="274" actId="1076"/>
        <pc:sldMkLst>
          <pc:docMk/>
          <pc:sldMk cId="0" sldId="293"/>
        </pc:sldMkLst>
        <pc:spChg chg="del">
          <ac:chgData name="Info Desk" userId="ae29397e-aa92-4942-b8aa-5abb4bbe6b04" providerId="ADAL" clId="{C582BD9D-488B-425A-A8CB-82D43A2C2498}" dt="2026-09-02T15:36:43.160" v="229" actId="478"/>
          <ac:spMkLst>
            <pc:docMk/>
            <pc:sldMk cId="0" sldId="293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36:54.396" v="234" actId="1076"/>
          <ac:spMkLst>
            <pc:docMk/>
            <pc:sldMk cId="0" sldId="293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36:59.135" v="238"/>
          <ac:spMkLst>
            <pc:docMk/>
            <pc:sldMk cId="0" sldId="293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7:00.529" v="274" actId="1076"/>
          <ac:picMkLst>
            <pc:docMk/>
            <pc:sldMk cId="0" sldId="293"/>
            <ac:picMk id="4" creationId="{38ED09D0-7FD7-48C2-217A-FFE41A474BA4}"/>
          </ac:picMkLst>
        </pc:picChg>
        <pc:picChg chg="add del mod">
          <ac:chgData name="Info Desk" userId="ae29397e-aa92-4942-b8aa-5abb4bbe6b04" providerId="ADAL" clId="{C582BD9D-488B-425A-A8CB-82D43A2C2498}" dt="2026-09-03T14:56:51.319" v="272" actId="21"/>
          <ac:picMkLst>
            <pc:docMk/>
            <pc:sldMk cId="0" sldId="293"/>
            <ac:picMk id="7" creationId="{5B763748-09F8-13A8-F794-32F57D151CD6}"/>
          </ac:picMkLst>
        </pc:picChg>
      </pc:sldChg>
      <pc:sldChg chg="addSp delSp modSp mod">
        <pc:chgData name="Info Desk" userId="ae29397e-aa92-4942-b8aa-5abb4bbe6b04" providerId="ADAL" clId="{C582BD9D-488B-425A-A8CB-82D43A2C2498}" dt="2026-09-03T14:55:06.222" v="271" actId="1076"/>
        <pc:sldMkLst>
          <pc:docMk/>
          <pc:sldMk cId="0" sldId="294"/>
        </pc:sldMkLst>
        <pc:spChg chg="del">
          <ac:chgData name="Info Desk" userId="ae29397e-aa92-4942-b8aa-5abb4bbe6b04" providerId="ADAL" clId="{C582BD9D-488B-425A-A8CB-82D43A2C2498}" dt="2026-09-02T15:40:43.983" v="241" actId="478"/>
          <ac:spMkLst>
            <pc:docMk/>
            <pc:sldMk cId="0" sldId="294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40:57.615" v="244" actId="1076"/>
          <ac:spMkLst>
            <pc:docMk/>
            <pc:sldMk cId="0" sldId="294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41:03.188" v="249"/>
          <ac:spMkLst>
            <pc:docMk/>
            <pc:sldMk cId="0" sldId="294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5:06.222" v="271" actId="1076"/>
          <ac:picMkLst>
            <pc:docMk/>
            <pc:sldMk cId="0" sldId="294"/>
            <ac:picMk id="4" creationId="{8E3161C6-F088-4745-4A71-A990FB456BAD}"/>
          </ac:picMkLst>
        </pc:picChg>
        <pc:picChg chg="add del mod">
          <ac:chgData name="Info Desk" userId="ae29397e-aa92-4942-b8aa-5abb4bbe6b04" providerId="ADAL" clId="{C582BD9D-488B-425A-A8CB-82D43A2C2498}" dt="2026-09-03T14:54:41.627" v="269" actId="21"/>
          <ac:picMkLst>
            <pc:docMk/>
            <pc:sldMk cId="0" sldId="294"/>
            <ac:picMk id="7" creationId="{4229EB59-DA5F-5977-B15B-CF752991528F}"/>
          </ac:picMkLst>
        </pc:picChg>
      </pc:sldChg>
      <pc:sldChg chg="del">
        <pc:chgData name="Info Desk" userId="ae29397e-aa92-4942-b8aa-5abb4bbe6b04" providerId="ADAL" clId="{C582BD9D-488B-425A-A8CB-82D43A2C2498}" dt="2026-09-02T15:45:44.030" v="250" actId="47"/>
        <pc:sldMkLst>
          <pc:docMk/>
          <pc:sldMk cId="0" sldId="295"/>
        </pc:sldMkLst>
      </pc:sldChg>
      <pc:sldChg chg="del">
        <pc:chgData name="Info Desk" userId="ae29397e-aa92-4942-b8aa-5abb4bbe6b04" providerId="ADAL" clId="{C582BD9D-488B-425A-A8CB-82D43A2C2498}" dt="2026-09-02T15:45:44.661" v="251" actId="47"/>
        <pc:sldMkLst>
          <pc:docMk/>
          <pc:sldMk cId="0" sldId="296"/>
        </pc:sldMkLst>
      </pc:sldChg>
      <pc:sldChg chg="addSp delSp modSp mod">
        <pc:chgData name="Info Desk" userId="ae29397e-aa92-4942-b8aa-5abb4bbe6b04" providerId="ADAL" clId="{C582BD9D-488B-425A-A8CB-82D43A2C2498}" dt="2026-09-03T14:54:21.146" v="268" actId="1076"/>
        <pc:sldMkLst>
          <pc:docMk/>
          <pc:sldMk cId="0" sldId="298"/>
        </pc:sldMkLst>
        <pc:spChg chg="del">
          <ac:chgData name="Info Desk" userId="ae29397e-aa92-4942-b8aa-5abb4bbe6b04" providerId="ADAL" clId="{C582BD9D-488B-425A-A8CB-82D43A2C2498}" dt="2026-09-02T15:50:56.134" v="252" actId="478"/>
          <ac:spMkLst>
            <pc:docMk/>
            <pc:sldMk cId="0" sldId="29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5:51:12.981" v="256" actId="1076"/>
          <ac:spMkLst>
            <pc:docMk/>
            <pc:sldMk cId="0" sldId="298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51:21.264" v="260"/>
          <ac:spMkLst>
            <pc:docMk/>
            <pc:sldMk cId="0" sldId="298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4:54:21.146" v="268" actId="1076"/>
          <ac:picMkLst>
            <pc:docMk/>
            <pc:sldMk cId="0" sldId="298"/>
            <ac:picMk id="4" creationId="{3DC49452-7DE2-7BA7-B8A2-9B704033E702}"/>
          </ac:picMkLst>
        </pc:picChg>
        <pc:picChg chg="add del mod">
          <ac:chgData name="Info Desk" userId="ae29397e-aa92-4942-b8aa-5abb4bbe6b04" providerId="ADAL" clId="{C582BD9D-488B-425A-A8CB-82D43A2C2498}" dt="2026-09-03T14:54:01.102" v="266" actId="21"/>
          <ac:picMkLst>
            <pc:docMk/>
            <pc:sldMk cId="0" sldId="298"/>
            <ac:picMk id="7" creationId="{1864713E-5A2C-D207-1E8D-0B5A64621295}"/>
          </ac:picMkLst>
        </pc:picChg>
      </pc:sldChg>
      <pc:sldChg chg="modSp del mod">
        <pc:chgData name="Info Desk" userId="ae29397e-aa92-4942-b8aa-5abb4bbe6b04" providerId="ADAL" clId="{C582BD9D-488B-425A-A8CB-82D43A2C2498}" dt="2026-09-03T14:53:55.137" v="265" actId="47"/>
        <pc:sldMkLst>
          <pc:docMk/>
          <pc:sldMk cId="0" sldId="299"/>
        </pc:sldMkLst>
        <pc:spChg chg="mod">
          <ac:chgData name="Info Desk" userId="ae29397e-aa92-4942-b8aa-5abb4bbe6b04" providerId="ADAL" clId="{C582BD9D-488B-425A-A8CB-82D43A2C2498}" dt="2026-09-02T15:51:39.427" v="263" actId="12"/>
          <ac:spMkLst>
            <pc:docMk/>
            <pc:sldMk cId="0" sldId="299"/>
            <ac:spMk id="4" creationId="{00000000-0000-0000-0000-000000000000}"/>
          </ac:spMkLst>
        </pc:spChg>
      </pc:sldChg>
      <pc:sldChg chg="del">
        <pc:chgData name="Info Desk" userId="ae29397e-aa92-4942-b8aa-5abb4bbe6b04" providerId="ADAL" clId="{C582BD9D-488B-425A-A8CB-82D43A2C2498}" dt="2026-09-03T14:53:50.499" v="264" actId="47"/>
        <pc:sldMkLst>
          <pc:docMk/>
          <pc:sldMk cId="0" sldId="301"/>
        </pc:sldMkLst>
      </pc:sldChg>
      <pc:sldChg chg="addSp delSp modSp new mod">
        <pc:chgData name="Info Desk" userId="ae29397e-aa92-4942-b8aa-5abb4bbe6b04" providerId="ADAL" clId="{C582BD9D-488B-425A-A8CB-82D43A2C2498}" dt="2026-09-03T15:00:28.040" v="323" actId="22"/>
        <pc:sldMkLst>
          <pc:docMk/>
          <pc:sldMk cId="3239759596" sldId="303"/>
        </pc:sldMkLst>
        <pc:picChg chg="add del mod">
          <ac:chgData name="Info Desk" userId="ae29397e-aa92-4942-b8aa-5abb4bbe6b04" providerId="ADAL" clId="{C582BD9D-488B-425A-A8CB-82D43A2C2498}" dt="2026-09-03T15:00:23.563" v="322" actId="21"/>
          <ac:picMkLst>
            <pc:docMk/>
            <pc:sldMk cId="3239759596" sldId="303"/>
            <ac:picMk id="3" creationId="{B3E5A1C8-A430-7A49-A075-A4018EB727DB}"/>
          </ac:picMkLst>
        </pc:picChg>
        <pc:picChg chg="add">
          <ac:chgData name="Info Desk" userId="ae29397e-aa92-4942-b8aa-5abb4bbe6b04" providerId="ADAL" clId="{C582BD9D-488B-425A-A8CB-82D43A2C2498}" dt="2026-09-03T15:00:28.040" v="323" actId="22"/>
          <ac:picMkLst>
            <pc:docMk/>
            <pc:sldMk cId="3239759596" sldId="303"/>
            <ac:picMk id="4" creationId="{B679EEC6-31A6-03B3-FA98-4F36682574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38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1 establishes the vocabulary and mental models used throughout Network+. The uploaded course outline is the source of truth for today's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day's outcomes and connect them to the later implementation, operations, security and troubleshooting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OSI as a troubleshooting map. Focus on what each layer does, then reinforce the layer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Let’s understand the OSI model with one simple example — </a:t>
            </a:r>
            <a:r>
              <a:rPr lang="en-US" b="1" dirty="0"/>
              <a:t>opening a web page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Imagine I am sitting on my laptop and I type </a:t>
            </a:r>
            <a:r>
              <a:rPr lang="en-US" b="1" dirty="0"/>
              <a:t>example.com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At </a:t>
            </a:r>
            <a:r>
              <a:rPr lang="en-US" b="1" dirty="0"/>
              <a:t>Layer 7, Application</a:t>
            </a:r>
            <a:r>
              <a:rPr lang="en-US" dirty="0"/>
              <a:t>, I am using a network service such as HTTP. This is where my application, like a web browser, starts the communication.</a:t>
            </a:r>
          </a:p>
          <a:p>
            <a:pPr>
              <a:buNone/>
            </a:pPr>
            <a:r>
              <a:rPr lang="en-US" dirty="0"/>
              <a:t>At </a:t>
            </a:r>
            <a:r>
              <a:rPr lang="en-US" b="1" dirty="0"/>
              <a:t>Layer 6, Presentation</a:t>
            </a:r>
            <a:r>
              <a:rPr lang="en-US" dirty="0"/>
              <a:t>, the data is prepared in a format that both sides can understand. It can also involve </a:t>
            </a:r>
            <a:r>
              <a:rPr lang="en-US" b="1" dirty="0"/>
              <a:t>encryption or compression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At </a:t>
            </a:r>
            <a:r>
              <a:rPr lang="en-US" b="1" dirty="0"/>
              <a:t>Layer 5, Session</a:t>
            </a:r>
            <a:r>
              <a:rPr lang="en-US" dirty="0"/>
              <a:t>, a communication session is created and maintained between my computer and the server.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Now we come to </a:t>
            </a:r>
            <a:r>
              <a:rPr lang="en-US" b="1" dirty="0"/>
              <a:t>Layer 4, Transport</a:t>
            </a:r>
            <a:r>
              <a:rPr lang="en-US" dirty="0"/>
              <a:t>. Here, TCP can break the data into smaller pieces called </a:t>
            </a:r>
            <a:r>
              <a:rPr lang="en-US" b="1" dirty="0"/>
              <a:t>segments</a:t>
            </a:r>
            <a:r>
              <a:rPr lang="en-US" dirty="0"/>
              <a:t> and make sure they are delivered properly.</a:t>
            </a:r>
          </a:p>
          <a:p>
            <a:pPr>
              <a:buNone/>
            </a:pPr>
            <a:r>
              <a:rPr lang="en-US" dirty="0"/>
              <a:t>At </a:t>
            </a:r>
            <a:r>
              <a:rPr lang="en-US" b="1" dirty="0"/>
              <a:t>Layer 3, Network</a:t>
            </a:r>
            <a:r>
              <a:rPr lang="en-US" dirty="0"/>
              <a:t>, the data becomes </a:t>
            </a:r>
            <a:r>
              <a:rPr lang="en-US" b="1" dirty="0"/>
              <a:t>packets</a:t>
            </a:r>
            <a:r>
              <a:rPr lang="en-US" dirty="0"/>
              <a:t>. IP addressing is added, and routers decide where the packets should go.</a:t>
            </a:r>
          </a:p>
          <a:p>
            <a:pPr>
              <a:buNone/>
            </a:pPr>
            <a:r>
              <a:rPr lang="en-US" dirty="0"/>
              <a:t>At </a:t>
            </a:r>
            <a:r>
              <a:rPr lang="en-US" b="1" dirty="0"/>
              <a:t>Layer 2, Data Link</a:t>
            </a:r>
            <a:r>
              <a:rPr lang="en-US" dirty="0"/>
              <a:t>, the packets are placed into </a:t>
            </a:r>
            <a:r>
              <a:rPr lang="en-US" b="1" dirty="0"/>
              <a:t>frames</a:t>
            </a:r>
            <a:r>
              <a:rPr lang="en-US" dirty="0"/>
              <a:t>. MAC addresses are used for communication on the local network.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Finally, at </a:t>
            </a:r>
            <a:r>
              <a:rPr lang="en-US" b="1" dirty="0"/>
              <a:t>Layer 1, Physical</a:t>
            </a:r>
            <a:r>
              <a:rPr lang="en-US" dirty="0"/>
              <a:t>, those frames are converted into </a:t>
            </a:r>
            <a:r>
              <a:rPr lang="en-US" b="1" dirty="0"/>
              <a:t>bits and signals</a:t>
            </a:r>
            <a:r>
              <a:rPr lang="en-US" dirty="0"/>
              <a:t>. These signals travel through copper cable, fiber, or another physical medium.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When the data reaches the web server, the process happens in the </a:t>
            </a:r>
            <a:r>
              <a:rPr lang="en-US" b="1" dirty="0"/>
              <a:t>opposite direction</a:t>
            </a:r>
            <a:r>
              <a:rPr lang="en-US" dirty="0"/>
              <a:t>. The server receives the signals, processes each layer, rebuilds the data, and finally sends the web page back to us.</a:t>
            </a:r>
          </a:p>
          <a:p>
            <a:pPr>
              <a:buNone/>
            </a:pPr>
            <a:r>
              <a:rPr lang="en-US" dirty="0"/>
              <a:t>So remember the simple flow:</a:t>
            </a:r>
          </a:p>
          <a:p>
            <a:pPr>
              <a:buNone/>
            </a:pPr>
            <a:r>
              <a:rPr lang="en-US" b="1" dirty="0"/>
              <a:t>Application → Presentation → Session → Transport → Network → Data Link → Physical.</a:t>
            </a:r>
            <a:endParaRPr lang="en-US" dirty="0"/>
          </a:p>
          <a:p>
            <a:pPr>
              <a:buNone/>
            </a:pPr>
            <a:r>
              <a:rPr lang="en-US" dirty="0"/>
              <a:t>And when troubleshooting, we can think from the bottom up:</a:t>
            </a:r>
          </a:p>
          <a:p>
            <a:pPr>
              <a:buNone/>
            </a:pPr>
            <a:r>
              <a:rPr lang="en-US" b="1" dirty="0"/>
              <a:t>Physical → Data Link → Network → Transport → Application.</a:t>
            </a:r>
            <a:endParaRPr lang="en-US" dirty="0"/>
          </a:p>
          <a:p>
            <a:pPr>
              <a:buNone/>
            </a:pPr>
            <a:r>
              <a:rPr lang="en-US" dirty="0"/>
              <a:t>For example, if there is no cable connection, there is no point checking DNS first. </a:t>
            </a:r>
            <a:r>
              <a:rPr lang="en-US" b="1" dirty="0"/>
              <a:t>Start at the lower layer and move upward until you find where the problem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Application data → Transport segment/datagram → IP packet → Data-Link frame → Physical bits.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Each layer adds information needed for its job.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At the destination, the process is reversed: decapsulation.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outline asks learners to compare networking appliances, applications and functions. Focus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Physical appliance </a:t>
            </a:r>
            <a:r>
              <a:rPr lang="en-US" dirty="0"/>
              <a:t>→ dedicated hardware.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Virtual appliance </a:t>
            </a:r>
            <a:r>
              <a:rPr lang="en-US" dirty="0"/>
              <a:t>→ software-based network function.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Virtualization changes implementation, not the network function.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Think: What function does this appliance provide?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cloud security terminology aligned with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Distinguish VPN from dedicated connectivity; they solve different connectivity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Public cloud does not mean public data. It describes the deployment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responsibility spectrum: SaaS → more provider-managed; IaaS → more customer-managed.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simple examples of growing capacity, adjusting capacity, and shared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Do not treat port numbers as the protocol itself.</a:t>
            </a:r>
            <a:endParaRPr lang="en-US" dirty="0"/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Protocol</a:t>
            </a:r>
            <a:r>
              <a:rPr lang="en-US" dirty="0"/>
              <a:t> = communication rules.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Service</a:t>
            </a:r>
            <a:r>
              <a:rPr lang="en-US" dirty="0"/>
              <a:t> = network function being provided.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Port</a:t>
            </a:r>
            <a:r>
              <a:rPr lang="en-US" dirty="0"/>
              <a:t> = logical transport-layer endpoint used to identify an application/service.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Think: service → protocol → port → traffic.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service purpose first, port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UDP is not 'bad'; applications choose it for appropriate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media choice to later implementation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Copper</a:t>
            </a:r>
            <a:r>
              <a:rPr lang="en-US" dirty="0"/>
              <a:t> → electrical signaling.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Fiber</a:t>
            </a:r>
            <a:r>
              <a:rPr lang="en-US" dirty="0"/>
              <a:t> → optical signaling.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Transceiver</a:t>
            </a:r>
            <a:r>
              <a:rPr lang="en-US" dirty="0"/>
              <a:t> → transmits and receives signals.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Match interface, connector, media and speed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Recognition-level discussion is sufficient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learners for an advantage/trade-off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Spine switches form the central high-speed layer.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Leaf switches connect endpoints/servers.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Leaf-to-leaf traffic commonly travels through the spine.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Designed for scalable data-center traffic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Neither design is universally better; selection depends 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these concepts when discussing modern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IPv4 uses 32-bit addresses written as four decimal octets.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Subnet mask/prefix separates network bits from host bits.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Default gateway provides a next hop outside the local subnet.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Example notation: 192.168.10.25/24.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NAT commonly allows private-addressed systems to communicate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outline includes IPv4 classes. Clearly label classful addressing as historical.</a:t>
            </a:r>
            <a:endParaRPr lang="en-US" dirty="0"/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Class A </a:t>
            </a:r>
            <a:r>
              <a:rPr lang="en-US" dirty="0"/>
              <a:t>→ 1–126 first octet.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Class B </a:t>
            </a:r>
            <a:r>
              <a:rPr lang="en-US" dirty="0"/>
              <a:t>→ 128–191.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Class C </a:t>
            </a:r>
            <a:r>
              <a:rPr lang="en-US" dirty="0"/>
              <a:t>→ 192–223.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Class D </a:t>
            </a:r>
            <a:r>
              <a:rPr lang="en-US" dirty="0"/>
              <a:t>→ multicast.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Class E </a:t>
            </a:r>
            <a:r>
              <a:rPr lang="en-US" dirty="0"/>
              <a:t>→ experimental/reserved historical category.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Modern networks use CIDR/prefix notation.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Subnetting divides a network into smaller logical networks.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More network bits → more subnets, fewer hosts per subnet.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Fewer network bits → fewer subnets, more hosts per subnet.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CIDR notation expresses the prefix: /24, /26, /30.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b="1" dirty="0"/>
              <a:t>192.168.10.0/24</a:t>
            </a:r>
            <a:r>
              <a:rPr lang="en-US" dirty="0"/>
              <a:t> → four /26 subnets.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Network addresses: .</a:t>
            </a:r>
            <a:r>
              <a:rPr lang="en-US" b="1" dirty="0"/>
              <a:t>0, .64, .128, .192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Each /26 = 64 total addresses.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Traditional usable hosts per /26 = 62.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Identify network, host range and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distinction conceptual.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Let’s understand </a:t>
            </a:r>
            <a:r>
              <a:rPr lang="en-US" b="1" dirty="0"/>
              <a:t>VXLAN</a:t>
            </a:r>
            <a:r>
              <a:rPr lang="en-US" dirty="0"/>
              <a:t> with a very simple example.</a:t>
            </a:r>
          </a:p>
          <a:p>
            <a:r>
              <a:rPr lang="en-US" dirty="0"/>
              <a:t>Imagine we have </a:t>
            </a:r>
            <a:r>
              <a:rPr lang="en-US" b="1" dirty="0"/>
              <a:t>two data centers</a:t>
            </a:r>
            <a:r>
              <a:rPr lang="en-US" dirty="0"/>
              <a:t>. In Data Center 1, we have computers in </a:t>
            </a:r>
            <a:r>
              <a:rPr lang="en-US" b="1" dirty="0"/>
              <a:t>VLAN 10</a:t>
            </a:r>
            <a:r>
              <a:rPr lang="en-US" dirty="0"/>
              <a:t>, and in Data Center 2, we also have computers in </a:t>
            </a:r>
            <a:r>
              <a:rPr lang="en-US" b="1" dirty="0"/>
              <a:t>VLAN 10</a:t>
            </a:r>
            <a:r>
              <a:rPr lang="en-US" dirty="0"/>
              <a:t>.</a:t>
            </a:r>
          </a:p>
          <a:p>
            <a:r>
              <a:rPr lang="en-US" dirty="0"/>
              <a:t>Normally, a VLAN is limited to a local network. But what if we want these two VLAN 10 networks to behave as </a:t>
            </a:r>
            <a:r>
              <a:rPr lang="en-US" b="1" dirty="0"/>
              <a:t>one logical network</a:t>
            </a:r>
            <a:r>
              <a:rPr lang="en-US" dirty="0"/>
              <a:t>, even though they are in different locations?</a:t>
            </a:r>
          </a:p>
          <a:p>
            <a:endParaRPr lang="en-US" dirty="0"/>
          </a:p>
          <a:p>
            <a:r>
              <a:rPr lang="en-US" dirty="0"/>
              <a:t>This is where </a:t>
            </a:r>
            <a:r>
              <a:rPr lang="en-US" b="1" dirty="0"/>
              <a:t>VXLAN</a:t>
            </a:r>
            <a:r>
              <a:rPr lang="en-US" dirty="0"/>
              <a:t> helps.</a:t>
            </a:r>
          </a:p>
          <a:p>
            <a:r>
              <a:rPr lang="en-US" dirty="0"/>
              <a:t>The devices called </a:t>
            </a:r>
            <a:r>
              <a:rPr lang="en-US" b="1" dirty="0"/>
              <a:t>VTEPs</a:t>
            </a:r>
            <a:r>
              <a:rPr lang="en-US" dirty="0"/>
              <a:t> take the Layer 2 traffic and </a:t>
            </a:r>
            <a:r>
              <a:rPr lang="en-US" b="1" dirty="0"/>
              <a:t>encapsulate it inside Layer 3 IP traffic</a:t>
            </a:r>
            <a:r>
              <a:rPr lang="en-US" dirty="0"/>
              <a:t>.</a:t>
            </a:r>
          </a:p>
          <a:p>
            <a:r>
              <a:rPr lang="en-US" dirty="0"/>
              <a:t>Think of it like putting a </a:t>
            </a:r>
            <a:r>
              <a:rPr lang="en-US" b="1" dirty="0"/>
              <a:t>small envelope inside a larger envelope</a:t>
            </a:r>
            <a:r>
              <a:rPr lang="en-US" dirty="0"/>
              <a:t>.</a:t>
            </a:r>
          </a:p>
          <a:p>
            <a:r>
              <a:rPr lang="en-US" dirty="0"/>
              <a:t>The original VLAN frame is the small envelope. VXLAN adds an outer IP packet, and that packet can travel across the Layer 3 network between the two data centers.</a:t>
            </a:r>
          </a:p>
          <a:p>
            <a:r>
              <a:rPr lang="en-US" dirty="0"/>
              <a:t>When it reaches the other side, the VTEP removes that outer information and delivers the original Layer 2 traffic.</a:t>
            </a:r>
          </a:p>
          <a:p>
            <a:r>
              <a:rPr lang="en-US" dirty="0"/>
              <a:t>So, the simple flow is:</a:t>
            </a:r>
          </a:p>
          <a:p>
            <a:r>
              <a:rPr lang="en-US" b="1" dirty="0"/>
              <a:t>VLAN traffic → VXLAN encapsulation → IP network → VXLAN VTEP → original VLAN traffic</a:t>
            </a:r>
            <a:endParaRPr lang="en-US" dirty="0"/>
          </a:p>
          <a:p>
            <a:r>
              <a:rPr lang="en-US" dirty="0"/>
              <a:t>The key idea to remember is:</a:t>
            </a:r>
          </a:p>
          <a:p>
            <a:r>
              <a:rPr lang="en-US" dirty="0"/>
              <a:t>👉 </a:t>
            </a:r>
            <a:r>
              <a:rPr lang="en-US" b="1" dirty="0"/>
              <a:t>VXLAN allows Layer 2 networks to stretch across a Layer 3 network.</a:t>
            </a:r>
            <a:endParaRPr lang="en-US" dirty="0"/>
          </a:p>
          <a:p>
            <a:r>
              <a:rPr lang="en-US" dirty="0"/>
              <a:t>For example, a server in </a:t>
            </a:r>
            <a:r>
              <a:rPr lang="en-US" b="1" dirty="0"/>
              <a:t>Data Center 1</a:t>
            </a:r>
            <a:r>
              <a:rPr lang="en-US" dirty="0"/>
              <a:t> and a server in </a:t>
            </a:r>
            <a:r>
              <a:rPr lang="en-US" b="1" dirty="0"/>
              <a:t>Data Center 2</a:t>
            </a:r>
            <a:r>
              <a:rPr lang="en-US" dirty="0"/>
              <a:t> can both belong to </a:t>
            </a:r>
            <a:r>
              <a:rPr lang="en-US" b="1" dirty="0"/>
              <a:t>VLAN 10</a:t>
            </a:r>
            <a:r>
              <a:rPr lang="en-US" dirty="0"/>
              <a:t>, even though they are connected through a routed IP network.</a:t>
            </a:r>
          </a:p>
          <a:p>
            <a:r>
              <a:rPr lang="en-US" dirty="0"/>
              <a:t>That is why VXLAN is very useful in </a:t>
            </a:r>
            <a:r>
              <a:rPr lang="en-US" b="1" dirty="0"/>
              <a:t>large and scalable data centers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Do not automatically trust a user/device because it is 'inside'.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Verify identity and context.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Apply least-privilege access.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Monitor and reassess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Client → wired/wireless access.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Switch → local Layer 2 connectivity.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Router/default gateway → other IP networks.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Firewall → security policy.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DNS → name resolution.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TCP/UDP + ports → application traffic.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Cloud/Internet →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as verbal or written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Day 1 and preview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CompTIA Network+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D2E1F0"/>
                </a:solidFill>
              </a:defRPr>
            </a:pPr>
            <a:r>
              <a:t>Day 1 — Networking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</a:defRPr>
            </a:pPr>
            <a:r>
              <a:t>Module 1.0 • Models • Devices • Protocols • Media • Topologies • IPv4 • Cloud • Modern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Day 1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11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Explain the OSI reference model.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Compare networking appliances, applications and functions.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Summarize cloud concepts and connectivity options.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Explain common ports, protocols, services and traffic types.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Compare transmission media and transceivers.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Compare network topologies, architectures and traffic flows.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Use appropriate IPv4 network addressing and subnetting.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Summarize SDN, SD-WAN, VXLAN, ZTA, SASE/SSE, </a:t>
            </a:r>
            <a:r>
              <a:rPr dirty="0" err="1"/>
              <a:t>IaC</a:t>
            </a:r>
            <a:r>
              <a:rPr dirty="0"/>
              <a:t> and IPv6.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1.0 Networking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OSI model → devices → protocols → media → topology → addressing → modern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1600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OSI Reference Model — 7 Layers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624441-FC1C-D463-2977-330888EC1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868680"/>
            <a:ext cx="3864864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OSI Layers — Network to Physical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BCAF4-753E-01CF-2CF9-8C67B4BA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36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1984A-400E-8602-AABB-564CBE55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70" y="575310"/>
            <a:ext cx="9852660" cy="5707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79EEC6-31A6-03B3-FA98-4F3668257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5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Networking Appliances &amp;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Physical and virtual appliances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14555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Network Devices — Core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0237B-EE9D-5114-EE28-04EC65492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08" y="582930"/>
            <a:ext cx="10187940" cy="5692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292" y="15924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Physical vs Virtual Appliances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65EC5-8025-3821-872F-9E0F1C63E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46760"/>
            <a:ext cx="1109472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Cloud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VPC • security controls • gateways • VPN • Direct Connect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2167" y="45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Cloud Networking Building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418D9-0744-481E-59F3-43FA4FD5A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" y="735330"/>
            <a:ext cx="1148334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28427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Cloud 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19B9D-7B55-794C-51D7-B83B0BD8A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586740"/>
            <a:ext cx="10934700" cy="5684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143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Cloud Deployment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8252A-9E97-03FC-5ED8-D0F52C43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94360"/>
            <a:ext cx="10408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52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Cloud Service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C5B98-B7B8-5027-6B8E-E1A4B6C94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0" y="638778"/>
            <a:ext cx="10515600" cy="57086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48975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Scalability • Elasticity • Multitenancy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ED370-48B5-8C73-90A1-528727AB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" y="925830"/>
            <a:ext cx="11346180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Ports, Protocols &amp;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Protocol + service + 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Protocol • Service •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E347E-2705-7A53-79D1-ECB84F93E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560070"/>
            <a:ext cx="10027920" cy="57378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Common Ports — 20/21, 22, 23,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B3825-D26E-AD09-12D6-9F925D1F5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68" y="74168"/>
            <a:ext cx="10175748" cy="67838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2648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TCP vs UDP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A68E78-81FC-5124-EF78-01B3334D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284" y="819016"/>
            <a:ext cx="9379432" cy="52199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Transmission Media &amp; Transceivers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Wireless • wired • connectors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Wired vs Wireless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20472-A67A-DA64-00A8-6323E669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617220"/>
            <a:ext cx="1092708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1725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Copper • Fiber • Transceivers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405A6-63F6-3DB2-3A6D-75898111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723900"/>
            <a:ext cx="90297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Connector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71327-166E-CBF6-8FB9-561585FA2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108204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Topologies &amp;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How networks are organized and how traffic flows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Common Topologies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31CBF-3F0E-3699-333E-D9A9A0A23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712470"/>
            <a:ext cx="11231880" cy="54330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1893" y="4263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Spine-and-Leaf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F70297-3AC3-CE0A-6098-69B9BA1FB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525780"/>
            <a:ext cx="1102614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600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Three-Tier vs Collapsed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B1805-2DF8-77CA-83E6-D46AB83F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958" y="708660"/>
            <a:ext cx="9364980" cy="57988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43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Traffic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29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0930F-EF02-01A2-4D36-0A139A59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02920"/>
            <a:ext cx="10866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IPv4 Network 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Public/private • classes • subnetting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IPv4 Address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31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D5F06F76-7A22-59FC-17D8-71B2997C9BE5}"/>
              </a:ext>
            </a:extLst>
          </p:cNvPr>
          <p:cNvSpPr/>
          <p:nvPr/>
        </p:nvSpPr>
        <p:spPr>
          <a:xfrm>
            <a:off x="3028950" y="1828800"/>
            <a:ext cx="1714500" cy="3429000"/>
          </a:xfrm>
          <a:custGeom>
            <a:avLst/>
            <a:gdLst/>
            <a:ahLst/>
            <a:cxnLst/>
            <a:rect l="0" t="0" r="0" b="0"/>
            <a:pathLst>
              <a:path w="1714500" h="3429000">
                <a:moveTo>
                  <a:pt x="0" y="0"/>
                </a:moveTo>
                <a:cubicBezTo>
                  <a:pt x="946889" y="0"/>
                  <a:pt x="1714500" y="767610"/>
                  <a:pt x="1714500" y="1714500"/>
                </a:cubicBezTo>
                <a:cubicBezTo>
                  <a:pt x="1714500" y="2661389"/>
                  <a:pt x="946889" y="3429000"/>
                  <a:pt x="0" y="3429000"/>
                </a:cubicBezTo>
                <a:lnTo>
                  <a:pt x="0" y="0"/>
                </a:lnTo>
              </a:path>
            </a:pathLst>
          </a:custGeom>
          <a:solidFill>
            <a:srgbClr val="7EA2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56A6B7A-ABF6-927E-FB2E-62A21DA0C61D}"/>
              </a:ext>
            </a:extLst>
          </p:cNvPr>
          <p:cNvSpPr/>
          <p:nvPr/>
        </p:nvSpPr>
        <p:spPr>
          <a:xfrm>
            <a:off x="3028950" y="1828800"/>
            <a:ext cx="1714500" cy="3429000"/>
          </a:xfrm>
          <a:custGeom>
            <a:avLst/>
            <a:gdLst/>
            <a:ahLst/>
            <a:cxnLst/>
            <a:rect l="0" t="0" r="0" b="0"/>
            <a:pathLst>
              <a:path w="1714500" h="3429000">
                <a:moveTo>
                  <a:pt x="0" y="0"/>
                </a:moveTo>
                <a:cubicBezTo>
                  <a:pt x="946892" y="0"/>
                  <a:pt x="1714500" y="767607"/>
                  <a:pt x="1714500" y="1714500"/>
                </a:cubicBezTo>
                <a:cubicBezTo>
                  <a:pt x="1714500" y="2661392"/>
                  <a:pt x="946892" y="3429000"/>
                  <a:pt x="0" y="3429000"/>
                </a:cubicBezTo>
                <a:lnTo>
                  <a:pt x="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EB3E798B-DC49-7E1C-2E04-E3610719448A}"/>
              </a:ext>
            </a:extLst>
          </p:cNvPr>
          <p:cNvSpPr/>
          <p:nvPr/>
        </p:nvSpPr>
        <p:spPr>
          <a:xfrm>
            <a:off x="1179586" y="2330967"/>
            <a:ext cx="1849364" cy="2926832"/>
          </a:xfrm>
          <a:custGeom>
            <a:avLst/>
            <a:gdLst/>
            <a:ahLst/>
            <a:cxnLst/>
            <a:rect l="0" t="0" r="0" b="0"/>
            <a:pathLst>
              <a:path w="1849364" h="2926832">
                <a:moveTo>
                  <a:pt x="1849364" y="2926832"/>
                </a:moveTo>
                <a:cubicBezTo>
                  <a:pt x="1155915" y="2926832"/>
                  <a:pt x="530742" y="2509104"/>
                  <a:pt x="265376" y="1868443"/>
                </a:cubicBezTo>
                <a:cubicBezTo>
                  <a:pt x="0" y="1227782"/>
                  <a:pt x="146685" y="490346"/>
                  <a:pt x="637032" y="0"/>
                </a:cubicBezTo>
                <a:lnTo>
                  <a:pt x="1849364" y="1212332"/>
                </a:lnTo>
                <a:lnTo>
                  <a:pt x="1849364" y="2926832"/>
                </a:lnTo>
              </a:path>
            </a:pathLst>
          </a:custGeom>
          <a:solidFill>
            <a:srgbClr val="8ECDB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A96B6DE3-91C3-AEF9-83DE-49CA3C08B3B9}"/>
              </a:ext>
            </a:extLst>
          </p:cNvPr>
          <p:cNvSpPr/>
          <p:nvPr/>
        </p:nvSpPr>
        <p:spPr>
          <a:xfrm>
            <a:off x="1179591" y="2330967"/>
            <a:ext cx="1849358" cy="2926832"/>
          </a:xfrm>
          <a:custGeom>
            <a:avLst/>
            <a:gdLst/>
            <a:ahLst/>
            <a:cxnLst/>
            <a:rect l="0" t="0" r="0" b="0"/>
            <a:pathLst>
              <a:path w="1849358" h="2926832">
                <a:moveTo>
                  <a:pt x="1849358" y="2926832"/>
                </a:moveTo>
                <a:cubicBezTo>
                  <a:pt x="1155909" y="2926830"/>
                  <a:pt x="530742" y="2509106"/>
                  <a:pt x="265371" y="1868442"/>
                </a:cubicBezTo>
                <a:cubicBezTo>
                  <a:pt x="0" y="1227779"/>
                  <a:pt x="146684" y="490343"/>
                  <a:pt x="637026" y="0"/>
                </a:cubicBezTo>
                <a:lnTo>
                  <a:pt x="1849358" y="1212332"/>
                </a:lnTo>
                <a:lnTo>
                  <a:pt x="1849358" y="1212332"/>
                </a:lnTo>
                <a:lnTo>
                  <a:pt x="1849358" y="2926832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9D4C86D8-67FB-B0AA-14A5-2FBB47E9ED5D}"/>
              </a:ext>
            </a:extLst>
          </p:cNvPr>
          <p:cNvSpPr/>
          <p:nvPr/>
        </p:nvSpPr>
        <p:spPr>
          <a:xfrm>
            <a:off x="1816617" y="1828800"/>
            <a:ext cx="1212332" cy="1714500"/>
          </a:xfrm>
          <a:custGeom>
            <a:avLst/>
            <a:gdLst/>
            <a:ahLst/>
            <a:cxnLst/>
            <a:rect l="0" t="0" r="0" b="0"/>
            <a:pathLst>
              <a:path w="1212332" h="1714500">
                <a:moveTo>
                  <a:pt x="0" y="502167"/>
                </a:moveTo>
                <a:cubicBezTo>
                  <a:pt x="321535" y="180632"/>
                  <a:pt x="757618" y="0"/>
                  <a:pt x="1212332" y="0"/>
                </a:cubicBezTo>
                <a:lnTo>
                  <a:pt x="1212332" y="1714500"/>
                </a:lnTo>
                <a:lnTo>
                  <a:pt x="0" y="502167"/>
                </a:lnTo>
              </a:path>
            </a:pathLst>
          </a:custGeom>
          <a:solidFill>
            <a:srgbClr val="B8C6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F42E0312-1BD3-A762-EBA8-0CB8421684AF}"/>
              </a:ext>
            </a:extLst>
          </p:cNvPr>
          <p:cNvSpPr/>
          <p:nvPr/>
        </p:nvSpPr>
        <p:spPr>
          <a:xfrm>
            <a:off x="1816617" y="1828800"/>
            <a:ext cx="1212332" cy="1714500"/>
          </a:xfrm>
          <a:custGeom>
            <a:avLst/>
            <a:gdLst/>
            <a:ahLst/>
            <a:cxnLst/>
            <a:rect l="0" t="0" r="0" b="0"/>
            <a:pathLst>
              <a:path w="1212332" h="1714500">
                <a:moveTo>
                  <a:pt x="0" y="502167"/>
                </a:moveTo>
                <a:cubicBezTo>
                  <a:pt x="321530" y="180636"/>
                  <a:pt x="757619" y="1"/>
                  <a:pt x="1212332" y="0"/>
                </a:cubicBezTo>
                <a:lnTo>
                  <a:pt x="1212332" y="1714500"/>
                </a:lnTo>
                <a:lnTo>
                  <a:pt x="1212332" y="1714500"/>
                </a:lnTo>
                <a:lnTo>
                  <a:pt x="0" y="502167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3C0A5C02-F503-8377-9D43-D70FC69DD4F6}"/>
              </a:ext>
            </a:extLst>
          </p:cNvPr>
          <p:cNvSpPr/>
          <p:nvPr/>
        </p:nvSpPr>
        <p:spPr>
          <a:xfrm>
            <a:off x="5286375" y="25146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73"/>
                  <a:pt x="133073" y="171450"/>
                  <a:pt x="85725" y="171450"/>
                </a:cubicBezTo>
                <a:cubicBezTo>
                  <a:pt x="38376" y="171450"/>
                  <a:pt x="0" y="133073"/>
                  <a:pt x="0" y="85725"/>
                </a:cubicBezTo>
                <a:cubicBezTo>
                  <a:pt x="0" y="38376"/>
                  <a:pt x="38376" y="0"/>
                  <a:pt x="85725" y="0"/>
                </a:cubicBezTo>
                <a:cubicBezTo>
                  <a:pt x="133073" y="0"/>
                  <a:pt x="171450" y="38376"/>
                  <a:pt x="171450" y="85725"/>
                </a:cubicBezTo>
              </a:path>
            </a:pathLst>
          </a:custGeom>
          <a:solidFill>
            <a:srgbClr val="7EA2C8"/>
          </a:solidFill>
          <a:ln>
            <a:noFill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969C5D8B-5F0D-D37E-259C-65122BE2F451}"/>
              </a:ext>
            </a:extLst>
          </p:cNvPr>
          <p:cNvSpPr/>
          <p:nvPr/>
        </p:nvSpPr>
        <p:spPr>
          <a:xfrm>
            <a:off x="5286375" y="25146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69"/>
                  <a:pt x="133069" y="171450"/>
                  <a:pt x="85725" y="171450"/>
                </a:cubicBezTo>
                <a:cubicBezTo>
                  <a:pt x="38380" y="171450"/>
                  <a:pt x="0" y="133069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69" y="0"/>
                  <a:pt x="171450" y="38380"/>
                  <a:pt x="171450" y="8572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312CAA0D-6600-DA39-1C37-8D906FBCC682}"/>
              </a:ext>
            </a:extLst>
          </p:cNvPr>
          <p:cNvSpPr/>
          <p:nvPr/>
        </p:nvSpPr>
        <p:spPr>
          <a:xfrm>
            <a:off x="5286375" y="3257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73"/>
                  <a:pt x="133073" y="171450"/>
                  <a:pt x="85725" y="171450"/>
                </a:cubicBezTo>
                <a:cubicBezTo>
                  <a:pt x="38376" y="171450"/>
                  <a:pt x="0" y="133073"/>
                  <a:pt x="0" y="85725"/>
                </a:cubicBezTo>
                <a:cubicBezTo>
                  <a:pt x="0" y="38376"/>
                  <a:pt x="38376" y="0"/>
                  <a:pt x="85725" y="0"/>
                </a:cubicBezTo>
                <a:cubicBezTo>
                  <a:pt x="133073" y="0"/>
                  <a:pt x="171450" y="38376"/>
                  <a:pt x="171450" y="85725"/>
                </a:cubicBezTo>
              </a:path>
            </a:pathLst>
          </a:custGeom>
          <a:solidFill>
            <a:srgbClr val="8ECDB7"/>
          </a:solidFill>
          <a:ln>
            <a:noFill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075C8B69-E661-3F09-9202-E0617C0985F5}"/>
              </a:ext>
            </a:extLst>
          </p:cNvPr>
          <p:cNvSpPr/>
          <p:nvPr/>
        </p:nvSpPr>
        <p:spPr>
          <a:xfrm>
            <a:off x="5286375" y="3257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69"/>
                  <a:pt x="133069" y="171450"/>
                  <a:pt x="85725" y="171450"/>
                </a:cubicBezTo>
                <a:cubicBezTo>
                  <a:pt x="38380" y="171450"/>
                  <a:pt x="0" y="133069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69" y="0"/>
                  <a:pt x="171450" y="38380"/>
                  <a:pt x="171450" y="8572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79A2D553-7AF8-1377-FFCE-218364103123}"/>
              </a:ext>
            </a:extLst>
          </p:cNvPr>
          <p:cNvSpPr/>
          <p:nvPr/>
        </p:nvSpPr>
        <p:spPr>
          <a:xfrm>
            <a:off x="5286375" y="4000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73"/>
                  <a:pt x="133073" y="171450"/>
                  <a:pt x="85725" y="171450"/>
                </a:cubicBezTo>
                <a:cubicBezTo>
                  <a:pt x="38376" y="171450"/>
                  <a:pt x="0" y="133073"/>
                  <a:pt x="0" y="85725"/>
                </a:cubicBezTo>
                <a:cubicBezTo>
                  <a:pt x="0" y="38376"/>
                  <a:pt x="38376" y="0"/>
                  <a:pt x="85725" y="0"/>
                </a:cubicBezTo>
                <a:cubicBezTo>
                  <a:pt x="133073" y="0"/>
                  <a:pt x="171450" y="38376"/>
                  <a:pt x="171450" y="85725"/>
                </a:cubicBezTo>
              </a:path>
            </a:pathLst>
          </a:custGeom>
          <a:solidFill>
            <a:srgbClr val="B8C67A"/>
          </a:solidFill>
          <a:ln>
            <a:noFill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DB3E589E-6839-CCA1-513A-76895C20546A}"/>
              </a:ext>
            </a:extLst>
          </p:cNvPr>
          <p:cNvSpPr/>
          <p:nvPr/>
        </p:nvSpPr>
        <p:spPr>
          <a:xfrm>
            <a:off x="5286375" y="4000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171450" y="85725"/>
                </a:moveTo>
                <a:cubicBezTo>
                  <a:pt x="171450" y="133069"/>
                  <a:pt x="133069" y="171450"/>
                  <a:pt x="85725" y="171450"/>
                </a:cubicBezTo>
                <a:cubicBezTo>
                  <a:pt x="38380" y="171450"/>
                  <a:pt x="0" y="133069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69" y="0"/>
                  <a:pt x="171450" y="38380"/>
                  <a:pt x="171450" y="8572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7C561447-2892-A649-C12E-2C95C43E67EB}"/>
              </a:ext>
            </a:extLst>
          </p:cNvPr>
          <p:cNvSpPr/>
          <p:nvPr/>
        </p:nvSpPr>
        <p:spPr>
          <a:xfrm>
            <a:off x="2287730" y="2131007"/>
            <a:ext cx="438150" cy="406003"/>
          </a:xfrm>
          <a:custGeom>
            <a:avLst/>
            <a:gdLst/>
            <a:ahLst/>
            <a:cxnLst/>
            <a:rect l="0" t="0" r="0" b="0"/>
            <a:pathLst>
              <a:path w="438150" h="406003">
                <a:moveTo>
                  <a:pt x="416718" y="127396"/>
                </a:moveTo>
                <a:lnTo>
                  <a:pt x="116681" y="127396"/>
                </a:lnTo>
                <a:cubicBezTo>
                  <a:pt x="104841" y="127396"/>
                  <a:pt x="95250" y="136988"/>
                  <a:pt x="95250" y="148828"/>
                </a:cubicBezTo>
                <a:lnTo>
                  <a:pt x="95250" y="184546"/>
                </a:lnTo>
                <a:cubicBezTo>
                  <a:pt x="95250" y="196386"/>
                  <a:pt x="104841" y="205978"/>
                  <a:pt x="116681" y="205978"/>
                </a:cubicBezTo>
                <a:lnTo>
                  <a:pt x="416718" y="205978"/>
                </a:lnTo>
                <a:cubicBezTo>
                  <a:pt x="428558" y="205978"/>
                  <a:pt x="438150" y="196386"/>
                  <a:pt x="438150" y="184546"/>
                </a:cubicBezTo>
                <a:lnTo>
                  <a:pt x="438150" y="148828"/>
                </a:lnTo>
                <a:cubicBezTo>
                  <a:pt x="438150" y="136988"/>
                  <a:pt x="428558" y="127396"/>
                  <a:pt x="416718" y="127396"/>
                </a:cubicBezTo>
                <a:moveTo>
                  <a:pt x="141684" y="166687"/>
                </a:moveTo>
                <a:cubicBezTo>
                  <a:pt x="141684" y="156819"/>
                  <a:pt x="149675" y="148828"/>
                  <a:pt x="159543" y="148828"/>
                </a:cubicBezTo>
                <a:cubicBezTo>
                  <a:pt x="169411" y="148828"/>
                  <a:pt x="177403" y="156819"/>
                  <a:pt x="177403" y="166687"/>
                </a:cubicBezTo>
                <a:cubicBezTo>
                  <a:pt x="177403" y="176555"/>
                  <a:pt x="169411" y="184546"/>
                  <a:pt x="159543" y="184546"/>
                </a:cubicBezTo>
                <a:cubicBezTo>
                  <a:pt x="149675" y="184546"/>
                  <a:pt x="141684" y="176555"/>
                  <a:pt x="141684" y="166687"/>
                </a:cubicBezTo>
                <a:moveTo>
                  <a:pt x="216693" y="184546"/>
                </a:moveTo>
                <a:cubicBezTo>
                  <a:pt x="206825" y="184546"/>
                  <a:pt x="198834" y="176555"/>
                  <a:pt x="198834" y="166687"/>
                </a:cubicBezTo>
                <a:cubicBezTo>
                  <a:pt x="198834" y="156819"/>
                  <a:pt x="206825" y="148828"/>
                  <a:pt x="216693" y="148828"/>
                </a:cubicBezTo>
                <a:cubicBezTo>
                  <a:pt x="226561" y="148828"/>
                  <a:pt x="234553" y="156819"/>
                  <a:pt x="234553" y="166687"/>
                </a:cubicBezTo>
                <a:cubicBezTo>
                  <a:pt x="234553" y="176555"/>
                  <a:pt x="226561" y="184546"/>
                  <a:pt x="216693" y="184546"/>
                </a:cubicBezTo>
                <a:moveTo>
                  <a:pt x="109537" y="145970"/>
                </a:moveTo>
                <a:lnTo>
                  <a:pt x="0" y="0"/>
                </a:lnTo>
                <a:moveTo>
                  <a:pt x="416718" y="227409"/>
                </a:moveTo>
                <a:lnTo>
                  <a:pt x="116681" y="227409"/>
                </a:lnTo>
                <a:cubicBezTo>
                  <a:pt x="104841" y="227409"/>
                  <a:pt x="95250" y="237001"/>
                  <a:pt x="95250" y="248840"/>
                </a:cubicBezTo>
                <a:lnTo>
                  <a:pt x="95250" y="284559"/>
                </a:lnTo>
                <a:cubicBezTo>
                  <a:pt x="95250" y="296398"/>
                  <a:pt x="104841" y="305990"/>
                  <a:pt x="116681" y="305990"/>
                </a:cubicBezTo>
                <a:lnTo>
                  <a:pt x="248840" y="305990"/>
                </a:lnTo>
                <a:cubicBezTo>
                  <a:pt x="250812" y="305990"/>
                  <a:pt x="252412" y="307590"/>
                  <a:pt x="252412" y="309562"/>
                </a:cubicBezTo>
                <a:lnTo>
                  <a:pt x="252412" y="373856"/>
                </a:lnTo>
                <a:cubicBezTo>
                  <a:pt x="252412" y="375827"/>
                  <a:pt x="250812" y="377428"/>
                  <a:pt x="248840" y="377428"/>
                </a:cubicBezTo>
                <a:lnTo>
                  <a:pt x="173831" y="377428"/>
                </a:lnTo>
                <a:cubicBezTo>
                  <a:pt x="165944" y="377428"/>
                  <a:pt x="159543" y="383828"/>
                  <a:pt x="159543" y="391715"/>
                </a:cubicBezTo>
                <a:cubicBezTo>
                  <a:pt x="159543" y="399602"/>
                  <a:pt x="165944" y="406003"/>
                  <a:pt x="173831" y="406003"/>
                </a:cubicBezTo>
                <a:lnTo>
                  <a:pt x="359568" y="406003"/>
                </a:lnTo>
                <a:cubicBezTo>
                  <a:pt x="367455" y="406003"/>
                  <a:pt x="373856" y="399602"/>
                  <a:pt x="373856" y="391715"/>
                </a:cubicBezTo>
                <a:cubicBezTo>
                  <a:pt x="373856" y="383828"/>
                  <a:pt x="367455" y="377428"/>
                  <a:pt x="359568" y="377428"/>
                </a:cubicBezTo>
                <a:lnTo>
                  <a:pt x="284559" y="377428"/>
                </a:lnTo>
                <a:cubicBezTo>
                  <a:pt x="282587" y="377428"/>
                  <a:pt x="280987" y="375827"/>
                  <a:pt x="280987" y="373856"/>
                </a:cubicBezTo>
                <a:lnTo>
                  <a:pt x="280987" y="309562"/>
                </a:lnTo>
                <a:cubicBezTo>
                  <a:pt x="280987" y="307590"/>
                  <a:pt x="282587" y="305990"/>
                  <a:pt x="284559" y="305990"/>
                </a:cubicBezTo>
                <a:lnTo>
                  <a:pt x="416718" y="305990"/>
                </a:lnTo>
                <a:cubicBezTo>
                  <a:pt x="428558" y="305990"/>
                  <a:pt x="438150" y="296398"/>
                  <a:pt x="438150" y="284559"/>
                </a:cubicBezTo>
                <a:lnTo>
                  <a:pt x="438150" y="248840"/>
                </a:lnTo>
                <a:cubicBezTo>
                  <a:pt x="438150" y="237001"/>
                  <a:pt x="428558" y="227409"/>
                  <a:pt x="416718" y="227409"/>
                </a:cubicBezTo>
                <a:moveTo>
                  <a:pt x="141684" y="266700"/>
                </a:moveTo>
                <a:cubicBezTo>
                  <a:pt x="141684" y="256832"/>
                  <a:pt x="149675" y="248840"/>
                  <a:pt x="159543" y="248840"/>
                </a:cubicBezTo>
                <a:cubicBezTo>
                  <a:pt x="169411" y="248840"/>
                  <a:pt x="177403" y="256832"/>
                  <a:pt x="177403" y="266700"/>
                </a:cubicBezTo>
                <a:cubicBezTo>
                  <a:pt x="177403" y="276567"/>
                  <a:pt x="169411" y="284559"/>
                  <a:pt x="159543" y="284559"/>
                </a:cubicBezTo>
                <a:cubicBezTo>
                  <a:pt x="149675" y="284559"/>
                  <a:pt x="141684" y="276567"/>
                  <a:pt x="141684" y="266700"/>
                </a:cubicBezTo>
                <a:moveTo>
                  <a:pt x="216693" y="284559"/>
                </a:moveTo>
                <a:cubicBezTo>
                  <a:pt x="206825" y="284559"/>
                  <a:pt x="198834" y="276567"/>
                  <a:pt x="198834" y="266700"/>
                </a:cubicBezTo>
                <a:cubicBezTo>
                  <a:pt x="198834" y="256832"/>
                  <a:pt x="206825" y="248840"/>
                  <a:pt x="216693" y="248840"/>
                </a:cubicBezTo>
                <a:cubicBezTo>
                  <a:pt x="226561" y="248840"/>
                  <a:pt x="234553" y="256832"/>
                  <a:pt x="234553" y="266700"/>
                </a:cubicBezTo>
                <a:cubicBezTo>
                  <a:pt x="234553" y="276567"/>
                  <a:pt x="226561" y="284559"/>
                  <a:pt x="216693" y="284559"/>
                </a:cubicBezTo>
                <a:moveTo>
                  <a:pt x="423862" y="406003"/>
                </a:moveTo>
                <a:lnTo>
                  <a:pt x="409575" y="406003"/>
                </a:lnTo>
                <a:cubicBezTo>
                  <a:pt x="401688" y="406003"/>
                  <a:pt x="395287" y="399602"/>
                  <a:pt x="395287" y="391715"/>
                </a:cubicBezTo>
                <a:cubicBezTo>
                  <a:pt x="395287" y="383828"/>
                  <a:pt x="401688" y="377428"/>
                  <a:pt x="409575" y="377428"/>
                </a:cubicBezTo>
                <a:lnTo>
                  <a:pt x="423862" y="377428"/>
                </a:lnTo>
                <a:cubicBezTo>
                  <a:pt x="431749" y="377428"/>
                  <a:pt x="438150" y="383828"/>
                  <a:pt x="438150" y="391715"/>
                </a:cubicBezTo>
                <a:cubicBezTo>
                  <a:pt x="438150" y="399602"/>
                  <a:pt x="431749" y="406003"/>
                  <a:pt x="423862" y="406003"/>
                </a:cubicBezTo>
                <a:moveTo>
                  <a:pt x="109537" y="406003"/>
                </a:moveTo>
                <a:cubicBezTo>
                  <a:pt x="101650" y="406003"/>
                  <a:pt x="95250" y="399602"/>
                  <a:pt x="95250" y="391715"/>
                </a:cubicBezTo>
                <a:cubicBezTo>
                  <a:pt x="95250" y="383828"/>
                  <a:pt x="101650" y="377428"/>
                  <a:pt x="109537" y="377428"/>
                </a:cubicBezTo>
                <a:lnTo>
                  <a:pt x="123825" y="377428"/>
                </a:lnTo>
                <a:cubicBezTo>
                  <a:pt x="131711" y="377428"/>
                  <a:pt x="138112" y="383828"/>
                  <a:pt x="138112" y="391715"/>
                </a:cubicBezTo>
                <a:cubicBezTo>
                  <a:pt x="138112" y="399602"/>
                  <a:pt x="131711" y="406003"/>
                  <a:pt x="123825" y="406003"/>
                </a:cubicBezTo>
                <a:lnTo>
                  <a:pt x="109537" y="406003"/>
                </a:lnTo>
              </a:path>
            </a:pathLst>
          </a:cu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ADB41BE1-2707-2EC1-B874-9112AC0831F8}"/>
              </a:ext>
            </a:extLst>
          </p:cNvPr>
          <p:cNvSpPr/>
          <p:nvPr/>
        </p:nvSpPr>
        <p:spPr>
          <a:xfrm>
            <a:off x="3718417" y="3374107"/>
            <a:ext cx="335565" cy="338385"/>
          </a:xfrm>
          <a:custGeom>
            <a:avLst/>
            <a:gdLst/>
            <a:ahLst/>
            <a:cxnLst/>
            <a:rect l="0" t="0" r="0" b="0"/>
            <a:pathLst>
              <a:path w="335565" h="338385">
                <a:moveTo>
                  <a:pt x="182070" y="14287"/>
                </a:moveTo>
                <a:cubicBezTo>
                  <a:pt x="182070" y="6400"/>
                  <a:pt x="175669" y="0"/>
                  <a:pt x="167782" y="0"/>
                </a:cubicBezTo>
                <a:cubicBezTo>
                  <a:pt x="159896" y="0"/>
                  <a:pt x="153495" y="6400"/>
                  <a:pt x="153495" y="14287"/>
                </a:cubicBezTo>
                <a:lnTo>
                  <a:pt x="153495" y="25241"/>
                </a:lnTo>
                <a:cubicBezTo>
                  <a:pt x="153495" y="29479"/>
                  <a:pt x="150066" y="32889"/>
                  <a:pt x="145865" y="32889"/>
                </a:cubicBezTo>
                <a:lnTo>
                  <a:pt x="134893" y="32889"/>
                </a:lnTo>
                <a:cubicBezTo>
                  <a:pt x="127006" y="32889"/>
                  <a:pt x="120605" y="39290"/>
                  <a:pt x="120605" y="47177"/>
                </a:cubicBezTo>
                <a:cubicBezTo>
                  <a:pt x="120605" y="55064"/>
                  <a:pt x="127006" y="61464"/>
                  <a:pt x="134893" y="61464"/>
                </a:cubicBezTo>
                <a:lnTo>
                  <a:pt x="145865" y="61464"/>
                </a:lnTo>
                <a:cubicBezTo>
                  <a:pt x="148475" y="61464"/>
                  <a:pt x="151037" y="61179"/>
                  <a:pt x="153495" y="60664"/>
                </a:cubicBezTo>
                <a:lnTo>
                  <a:pt x="153495" y="131549"/>
                </a:lnTo>
                <a:lnTo>
                  <a:pt x="134893" y="131549"/>
                </a:lnTo>
                <a:cubicBezTo>
                  <a:pt x="127006" y="131549"/>
                  <a:pt x="120605" y="137941"/>
                  <a:pt x="120605" y="145837"/>
                </a:cubicBezTo>
                <a:cubicBezTo>
                  <a:pt x="120605" y="153723"/>
                  <a:pt x="127006" y="160124"/>
                  <a:pt x="134893" y="160124"/>
                </a:cubicBezTo>
                <a:lnTo>
                  <a:pt x="200672" y="160124"/>
                </a:lnTo>
                <a:cubicBezTo>
                  <a:pt x="208559" y="160124"/>
                  <a:pt x="214960" y="153723"/>
                  <a:pt x="214960" y="145837"/>
                </a:cubicBezTo>
                <a:cubicBezTo>
                  <a:pt x="214960" y="137941"/>
                  <a:pt x="208559" y="131549"/>
                  <a:pt x="200672" y="131549"/>
                </a:cubicBezTo>
                <a:lnTo>
                  <a:pt x="182070" y="131549"/>
                </a:lnTo>
                <a:lnTo>
                  <a:pt x="182070" y="14287"/>
                </a:lnTo>
                <a:moveTo>
                  <a:pt x="61474" y="192547"/>
                </a:moveTo>
                <a:cubicBezTo>
                  <a:pt x="61474" y="184661"/>
                  <a:pt x="55073" y="178260"/>
                  <a:pt x="47186" y="178260"/>
                </a:cubicBezTo>
                <a:cubicBezTo>
                  <a:pt x="39290" y="178260"/>
                  <a:pt x="32899" y="184661"/>
                  <a:pt x="32899" y="192547"/>
                </a:cubicBezTo>
                <a:lnTo>
                  <a:pt x="32899" y="203511"/>
                </a:lnTo>
                <a:cubicBezTo>
                  <a:pt x="32899" y="207721"/>
                  <a:pt x="29470" y="211159"/>
                  <a:pt x="25250" y="211159"/>
                </a:cubicBezTo>
                <a:lnTo>
                  <a:pt x="14287" y="211159"/>
                </a:lnTo>
                <a:cubicBezTo>
                  <a:pt x="6400" y="211159"/>
                  <a:pt x="0" y="217550"/>
                  <a:pt x="0" y="225447"/>
                </a:cubicBezTo>
                <a:cubicBezTo>
                  <a:pt x="0" y="233333"/>
                  <a:pt x="6400" y="239734"/>
                  <a:pt x="14287" y="239734"/>
                </a:cubicBezTo>
                <a:lnTo>
                  <a:pt x="25250" y="239734"/>
                </a:lnTo>
                <a:cubicBezTo>
                  <a:pt x="27870" y="239734"/>
                  <a:pt x="30422" y="239439"/>
                  <a:pt x="32899" y="238915"/>
                </a:cubicBezTo>
                <a:lnTo>
                  <a:pt x="32899" y="309810"/>
                </a:lnTo>
                <a:lnTo>
                  <a:pt x="14287" y="309810"/>
                </a:lnTo>
                <a:cubicBezTo>
                  <a:pt x="6400" y="309810"/>
                  <a:pt x="0" y="316210"/>
                  <a:pt x="0" y="324097"/>
                </a:cubicBezTo>
                <a:cubicBezTo>
                  <a:pt x="0" y="331984"/>
                  <a:pt x="6400" y="338385"/>
                  <a:pt x="14287" y="338385"/>
                </a:cubicBezTo>
                <a:lnTo>
                  <a:pt x="80057" y="338385"/>
                </a:lnTo>
                <a:cubicBezTo>
                  <a:pt x="87944" y="338385"/>
                  <a:pt x="94345" y="331984"/>
                  <a:pt x="94345" y="324097"/>
                </a:cubicBezTo>
                <a:cubicBezTo>
                  <a:pt x="94345" y="316210"/>
                  <a:pt x="87944" y="309810"/>
                  <a:pt x="80057" y="309810"/>
                </a:cubicBezTo>
                <a:lnTo>
                  <a:pt x="61483" y="309810"/>
                </a:lnTo>
                <a:lnTo>
                  <a:pt x="61483" y="192547"/>
                </a:lnTo>
                <a:moveTo>
                  <a:pt x="288378" y="178260"/>
                </a:moveTo>
                <a:cubicBezTo>
                  <a:pt x="296275" y="178260"/>
                  <a:pt x="302666" y="184661"/>
                  <a:pt x="302666" y="192547"/>
                </a:cubicBezTo>
                <a:lnTo>
                  <a:pt x="302666" y="309810"/>
                </a:lnTo>
                <a:lnTo>
                  <a:pt x="321278" y="309810"/>
                </a:lnTo>
                <a:cubicBezTo>
                  <a:pt x="329164" y="309810"/>
                  <a:pt x="335565" y="316210"/>
                  <a:pt x="335565" y="324097"/>
                </a:cubicBezTo>
                <a:cubicBezTo>
                  <a:pt x="335565" y="331984"/>
                  <a:pt x="329164" y="338385"/>
                  <a:pt x="321278" y="338385"/>
                </a:cubicBezTo>
                <a:lnTo>
                  <a:pt x="255508" y="338385"/>
                </a:lnTo>
                <a:cubicBezTo>
                  <a:pt x="247621" y="338385"/>
                  <a:pt x="241220" y="331984"/>
                  <a:pt x="241220" y="324097"/>
                </a:cubicBezTo>
                <a:cubicBezTo>
                  <a:pt x="241220" y="316210"/>
                  <a:pt x="247621" y="309810"/>
                  <a:pt x="255508" y="309810"/>
                </a:cubicBezTo>
                <a:lnTo>
                  <a:pt x="274091" y="309810"/>
                </a:lnTo>
                <a:lnTo>
                  <a:pt x="274091" y="238915"/>
                </a:lnTo>
                <a:cubicBezTo>
                  <a:pt x="271586" y="239448"/>
                  <a:pt x="269033" y="239715"/>
                  <a:pt x="266471" y="239715"/>
                </a:cubicBezTo>
                <a:lnTo>
                  <a:pt x="255508" y="239715"/>
                </a:lnTo>
                <a:cubicBezTo>
                  <a:pt x="247621" y="239715"/>
                  <a:pt x="241220" y="233314"/>
                  <a:pt x="241220" y="225428"/>
                </a:cubicBezTo>
                <a:cubicBezTo>
                  <a:pt x="241220" y="217541"/>
                  <a:pt x="247621" y="211140"/>
                  <a:pt x="255508" y="211140"/>
                </a:cubicBezTo>
                <a:lnTo>
                  <a:pt x="266471" y="211140"/>
                </a:lnTo>
                <a:cubicBezTo>
                  <a:pt x="270681" y="211140"/>
                  <a:pt x="274091" y="207721"/>
                  <a:pt x="274091" y="203511"/>
                </a:cubicBezTo>
                <a:lnTo>
                  <a:pt x="274091" y="192547"/>
                </a:lnTo>
                <a:cubicBezTo>
                  <a:pt x="274091" y="184661"/>
                  <a:pt x="280492" y="178260"/>
                  <a:pt x="288378" y="178260"/>
                </a:cubicBezTo>
                <a:moveTo>
                  <a:pt x="28575" y="46262"/>
                </a:moveTo>
                <a:cubicBezTo>
                  <a:pt x="28575" y="36490"/>
                  <a:pt x="36499" y="28575"/>
                  <a:pt x="46272" y="28575"/>
                </a:cubicBezTo>
                <a:lnTo>
                  <a:pt x="48091" y="28575"/>
                </a:lnTo>
                <a:cubicBezTo>
                  <a:pt x="57854" y="28575"/>
                  <a:pt x="65770" y="36490"/>
                  <a:pt x="65770" y="46262"/>
                </a:cubicBezTo>
                <a:lnTo>
                  <a:pt x="65770" y="113861"/>
                </a:lnTo>
                <a:cubicBezTo>
                  <a:pt x="65770" y="123624"/>
                  <a:pt x="57854" y="131549"/>
                  <a:pt x="48091" y="131549"/>
                </a:cubicBezTo>
                <a:lnTo>
                  <a:pt x="46272" y="131549"/>
                </a:lnTo>
                <a:cubicBezTo>
                  <a:pt x="36499" y="131549"/>
                  <a:pt x="28575" y="123624"/>
                  <a:pt x="28575" y="113861"/>
                </a:cubicBezTo>
                <a:lnTo>
                  <a:pt x="28575" y="46262"/>
                </a:lnTo>
                <a:moveTo>
                  <a:pt x="46272" y="0"/>
                </a:moveTo>
                <a:cubicBezTo>
                  <a:pt x="20716" y="0"/>
                  <a:pt x="0" y="20716"/>
                  <a:pt x="0" y="46262"/>
                </a:cubicBezTo>
                <a:lnTo>
                  <a:pt x="0" y="113861"/>
                </a:lnTo>
                <a:cubicBezTo>
                  <a:pt x="0" y="139407"/>
                  <a:pt x="20716" y="160124"/>
                  <a:pt x="46272" y="160124"/>
                </a:cubicBezTo>
                <a:lnTo>
                  <a:pt x="48091" y="160124"/>
                </a:lnTo>
                <a:cubicBezTo>
                  <a:pt x="73637" y="160115"/>
                  <a:pt x="94345" y="139398"/>
                  <a:pt x="94345" y="113861"/>
                </a:cubicBezTo>
                <a:lnTo>
                  <a:pt x="94345" y="46262"/>
                </a:lnTo>
                <a:cubicBezTo>
                  <a:pt x="94345" y="20716"/>
                  <a:pt x="73637" y="9"/>
                  <a:pt x="48091" y="0"/>
                </a:cubicBezTo>
                <a:lnTo>
                  <a:pt x="46272" y="0"/>
                </a:lnTo>
                <a:moveTo>
                  <a:pt x="166868" y="206835"/>
                </a:moveTo>
                <a:cubicBezTo>
                  <a:pt x="157095" y="206835"/>
                  <a:pt x="149180" y="214760"/>
                  <a:pt x="149180" y="224532"/>
                </a:cubicBezTo>
                <a:lnTo>
                  <a:pt x="149180" y="292122"/>
                </a:lnTo>
                <a:cubicBezTo>
                  <a:pt x="149180" y="301894"/>
                  <a:pt x="157095" y="309810"/>
                  <a:pt x="166868" y="309810"/>
                </a:cubicBezTo>
                <a:lnTo>
                  <a:pt x="168697" y="309810"/>
                </a:lnTo>
                <a:cubicBezTo>
                  <a:pt x="178469" y="309810"/>
                  <a:pt x="186385" y="301894"/>
                  <a:pt x="186385" y="292122"/>
                </a:cubicBezTo>
                <a:lnTo>
                  <a:pt x="186385" y="224532"/>
                </a:lnTo>
                <a:cubicBezTo>
                  <a:pt x="186385" y="214760"/>
                  <a:pt x="178469" y="206835"/>
                  <a:pt x="168697" y="206835"/>
                </a:cubicBezTo>
                <a:lnTo>
                  <a:pt x="166868" y="206835"/>
                </a:lnTo>
                <a:moveTo>
                  <a:pt x="120605" y="224532"/>
                </a:moveTo>
                <a:cubicBezTo>
                  <a:pt x="120605" y="198977"/>
                  <a:pt x="141322" y="178260"/>
                  <a:pt x="166868" y="178260"/>
                </a:cubicBezTo>
                <a:lnTo>
                  <a:pt x="168697" y="178260"/>
                </a:lnTo>
                <a:cubicBezTo>
                  <a:pt x="194243" y="178260"/>
                  <a:pt x="214960" y="198977"/>
                  <a:pt x="214960" y="224532"/>
                </a:cubicBezTo>
                <a:lnTo>
                  <a:pt x="214960" y="292122"/>
                </a:lnTo>
                <a:cubicBezTo>
                  <a:pt x="214960" y="317668"/>
                  <a:pt x="194243" y="338385"/>
                  <a:pt x="168697" y="338385"/>
                </a:cubicBezTo>
                <a:lnTo>
                  <a:pt x="166868" y="338385"/>
                </a:lnTo>
                <a:cubicBezTo>
                  <a:pt x="141322" y="338385"/>
                  <a:pt x="120605" y="317668"/>
                  <a:pt x="120605" y="292122"/>
                </a:cubicBezTo>
                <a:lnTo>
                  <a:pt x="120605" y="224532"/>
                </a:lnTo>
                <a:moveTo>
                  <a:pt x="269795" y="46262"/>
                </a:moveTo>
                <a:cubicBezTo>
                  <a:pt x="269795" y="36490"/>
                  <a:pt x="277710" y="28575"/>
                  <a:pt x="287483" y="28575"/>
                </a:cubicBezTo>
                <a:lnTo>
                  <a:pt x="289293" y="28575"/>
                </a:lnTo>
                <a:cubicBezTo>
                  <a:pt x="299075" y="28575"/>
                  <a:pt x="306990" y="36490"/>
                  <a:pt x="306990" y="46262"/>
                </a:cubicBezTo>
                <a:lnTo>
                  <a:pt x="306990" y="113861"/>
                </a:lnTo>
                <a:cubicBezTo>
                  <a:pt x="306990" y="123624"/>
                  <a:pt x="299075" y="131549"/>
                  <a:pt x="289293" y="131549"/>
                </a:cubicBezTo>
                <a:lnTo>
                  <a:pt x="287483" y="131549"/>
                </a:lnTo>
                <a:cubicBezTo>
                  <a:pt x="277710" y="131549"/>
                  <a:pt x="269795" y="123624"/>
                  <a:pt x="269795" y="113861"/>
                </a:cubicBezTo>
                <a:lnTo>
                  <a:pt x="269795" y="46262"/>
                </a:lnTo>
                <a:moveTo>
                  <a:pt x="287483" y="0"/>
                </a:moveTo>
                <a:cubicBezTo>
                  <a:pt x="261937" y="0"/>
                  <a:pt x="241220" y="20716"/>
                  <a:pt x="241220" y="46262"/>
                </a:cubicBezTo>
                <a:lnTo>
                  <a:pt x="241220" y="113861"/>
                </a:lnTo>
                <a:cubicBezTo>
                  <a:pt x="241220" y="139407"/>
                  <a:pt x="261937" y="160124"/>
                  <a:pt x="287483" y="160124"/>
                </a:cubicBezTo>
                <a:lnTo>
                  <a:pt x="289293" y="160124"/>
                </a:lnTo>
                <a:cubicBezTo>
                  <a:pt x="314848" y="160124"/>
                  <a:pt x="335565" y="139407"/>
                  <a:pt x="335565" y="113861"/>
                </a:cubicBezTo>
                <a:lnTo>
                  <a:pt x="335565" y="46262"/>
                </a:lnTo>
                <a:cubicBezTo>
                  <a:pt x="335565" y="20716"/>
                  <a:pt x="314848" y="0"/>
                  <a:pt x="289293" y="0"/>
                </a:cubicBezTo>
                <a:lnTo>
                  <a:pt x="287483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3461941B-A0AC-183A-104F-7D571A604F2B}"/>
              </a:ext>
            </a:extLst>
          </p:cNvPr>
          <p:cNvSpPr/>
          <p:nvPr/>
        </p:nvSpPr>
        <p:spPr>
          <a:xfrm>
            <a:off x="2034168" y="3712884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42900" h="342900">
                <a:moveTo>
                  <a:pt x="342900" y="235743"/>
                </a:moveTo>
                <a:cubicBezTo>
                  <a:pt x="342900" y="223904"/>
                  <a:pt x="333308" y="214312"/>
                  <a:pt x="321468" y="214312"/>
                </a:cubicBezTo>
                <a:lnTo>
                  <a:pt x="307181" y="214312"/>
                </a:lnTo>
                <a:cubicBezTo>
                  <a:pt x="305209" y="214312"/>
                  <a:pt x="303609" y="212712"/>
                  <a:pt x="303609" y="210740"/>
                </a:cubicBezTo>
                <a:lnTo>
                  <a:pt x="303609" y="192881"/>
                </a:lnTo>
                <a:cubicBezTo>
                  <a:pt x="303609" y="179070"/>
                  <a:pt x="292417" y="167878"/>
                  <a:pt x="278606" y="167878"/>
                </a:cubicBezTo>
                <a:lnTo>
                  <a:pt x="207168" y="167878"/>
                </a:lnTo>
                <a:cubicBezTo>
                  <a:pt x="205197" y="167878"/>
                  <a:pt x="203596" y="166277"/>
                  <a:pt x="203596" y="164306"/>
                </a:cubicBezTo>
                <a:lnTo>
                  <a:pt x="203596" y="132159"/>
                </a:lnTo>
                <a:cubicBezTo>
                  <a:pt x="203596" y="130187"/>
                  <a:pt x="205197" y="128587"/>
                  <a:pt x="207168" y="128587"/>
                </a:cubicBezTo>
                <a:lnTo>
                  <a:pt x="235743" y="128587"/>
                </a:lnTo>
                <a:cubicBezTo>
                  <a:pt x="247583" y="128587"/>
                  <a:pt x="257175" y="118995"/>
                  <a:pt x="257175" y="107156"/>
                </a:cubicBezTo>
                <a:lnTo>
                  <a:pt x="257175" y="21431"/>
                </a:lnTo>
                <a:cubicBezTo>
                  <a:pt x="257175" y="9591"/>
                  <a:pt x="247583" y="0"/>
                  <a:pt x="235743" y="0"/>
                </a:cubicBezTo>
                <a:lnTo>
                  <a:pt x="135731" y="0"/>
                </a:lnTo>
                <a:cubicBezTo>
                  <a:pt x="123891" y="0"/>
                  <a:pt x="114300" y="9591"/>
                  <a:pt x="114300" y="21431"/>
                </a:cubicBezTo>
                <a:lnTo>
                  <a:pt x="114300" y="107156"/>
                </a:lnTo>
                <a:cubicBezTo>
                  <a:pt x="114300" y="118995"/>
                  <a:pt x="123891" y="128587"/>
                  <a:pt x="135731" y="128587"/>
                </a:cubicBezTo>
                <a:lnTo>
                  <a:pt x="178593" y="128587"/>
                </a:lnTo>
                <a:cubicBezTo>
                  <a:pt x="180565" y="128587"/>
                  <a:pt x="182165" y="130187"/>
                  <a:pt x="182165" y="132159"/>
                </a:cubicBezTo>
                <a:lnTo>
                  <a:pt x="182165" y="164306"/>
                </a:lnTo>
                <a:cubicBezTo>
                  <a:pt x="182165" y="166277"/>
                  <a:pt x="180565" y="167878"/>
                  <a:pt x="178593" y="167878"/>
                </a:cubicBezTo>
                <a:lnTo>
                  <a:pt x="64293" y="167878"/>
                </a:lnTo>
                <a:cubicBezTo>
                  <a:pt x="50482" y="167878"/>
                  <a:pt x="39290" y="179070"/>
                  <a:pt x="39290" y="192881"/>
                </a:cubicBezTo>
                <a:lnTo>
                  <a:pt x="39290" y="210740"/>
                </a:lnTo>
                <a:cubicBezTo>
                  <a:pt x="39290" y="212712"/>
                  <a:pt x="37690" y="214312"/>
                  <a:pt x="35718" y="214312"/>
                </a:cubicBezTo>
                <a:lnTo>
                  <a:pt x="21431" y="214312"/>
                </a:lnTo>
                <a:cubicBezTo>
                  <a:pt x="9591" y="214312"/>
                  <a:pt x="0" y="223904"/>
                  <a:pt x="0" y="235743"/>
                </a:cubicBezTo>
                <a:lnTo>
                  <a:pt x="0" y="321468"/>
                </a:lnTo>
                <a:cubicBezTo>
                  <a:pt x="0" y="333308"/>
                  <a:pt x="9591" y="342900"/>
                  <a:pt x="21431" y="342900"/>
                </a:cubicBezTo>
                <a:lnTo>
                  <a:pt x="121443" y="342900"/>
                </a:lnTo>
                <a:cubicBezTo>
                  <a:pt x="133283" y="342900"/>
                  <a:pt x="142875" y="333308"/>
                  <a:pt x="142875" y="321468"/>
                </a:cubicBezTo>
                <a:lnTo>
                  <a:pt x="142875" y="235743"/>
                </a:lnTo>
                <a:cubicBezTo>
                  <a:pt x="142875" y="223904"/>
                  <a:pt x="133283" y="214312"/>
                  <a:pt x="121443" y="214312"/>
                </a:cubicBezTo>
                <a:lnTo>
                  <a:pt x="64293" y="214312"/>
                </a:lnTo>
                <a:cubicBezTo>
                  <a:pt x="62322" y="214312"/>
                  <a:pt x="60721" y="212712"/>
                  <a:pt x="60721" y="210740"/>
                </a:cubicBezTo>
                <a:lnTo>
                  <a:pt x="60721" y="192881"/>
                </a:lnTo>
                <a:cubicBezTo>
                  <a:pt x="60721" y="190909"/>
                  <a:pt x="62322" y="189309"/>
                  <a:pt x="64293" y="189309"/>
                </a:cubicBezTo>
                <a:lnTo>
                  <a:pt x="278606" y="189309"/>
                </a:lnTo>
                <a:cubicBezTo>
                  <a:pt x="280577" y="189309"/>
                  <a:pt x="282178" y="190909"/>
                  <a:pt x="282178" y="192881"/>
                </a:cubicBezTo>
                <a:lnTo>
                  <a:pt x="282178" y="210740"/>
                </a:lnTo>
                <a:cubicBezTo>
                  <a:pt x="282178" y="212712"/>
                  <a:pt x="280577" y="214312"/>
                  <a:pt x="278606" y="214312"/>
                </a:cubicBezTo>
                <a:lnTo>
                  <a:pt x="221456" y="214312"/>
                </a:lnTo>
                <a:cubicBezTo>
                  <a:pt x="209616" y="214312"/>
                  <a:pt x="200025" y="223904"/>
                  <a:pt x="200025" y="235743"/>
                </a:cubicBezTo>
                <a:lnTo>
                  <a:pt x="200025" y="321468"/>
                </a:lnTo>
                <a:cubicBezTo>
                  <a:pt x="200025" y="333308"/>
                  <a:pt x="209616" y="342900"/>
                  <a:pt x="221456" y="342900"/>
                </a:cubicBezTo>
                <a:lnTo>
                  <a:pt x="321468" y="342900"/>
                </a:lnTo>
                <a:cubicBezTo>
                  <a:pt x="333308" y="342900"/>
                  <a:pt x="342900" y="333308"/>
                  <a:pt x="342900" y="321468"/>
                </a:cubicBezTo>
                <a:lnTo>
                  <a:pt x="342900" y="235743"/>
                </a:lnTo>
                <a:moveTo>
                  <a:pt x="164306" y="60721"/>
                </a:moveTo>
                <a:cubicBezTo>
                  <a:pt x="158391" y="60721"/>
                  <a:pt x="153590" y="55921"/>
                  <a:pt x="153590" y="50006"/>
                </a:cubicBezTo>
                <a:cubicBezTo>
                  <a:pt x="153590" y="44091"/>
                  <a:pt x="158391" y="39290"/>
                  <a:pt x="164306" y="39290"/>
                </a:cubicBezTo>
                <a:lnTo>
                  <a:pt x="207168" y="39290"/>
                </a:lnTo>
                <a:cubicBezTo>
                  <a:pt x="213083" y="39290"/>
                  <a:pt x="217884" y="44091"/>
                  <a:pt x="217884" y="50006"/>
                </a:cubicBezTo>
                <a:cubicBezTo>
                  <a:pt x="217884" y="55921"/>
                  <a:pt x="213083" y="60721"/>
                  <a:pt x="207168" y="60721"/>
                </a:cubicBezTo>
                <a:lnTo>
                  <a:pt x="164306" y="60721"/>
                </a:lnTo>
                <a:moveTo>
                  <a:pt x="50006" y="253603"/>
                </a:moveTo>
                <a:lnTo>
                  <a:pt x="92868" y="253603"/>
                </a:lnTo>
                <a:cubicBezTo>
                  <a:pt x="98783" y="253603"/>
                  <a:pt x="103584" y="258403"/>
                  <a:pt x="103584" y="264318"/>
                </a:cubicBezTo>
                <a:cubicBezTo>
                  <a:pt x="103584" y="270233"/>
                  <a:pt x="98783" y="275034"/>
                  <a:pt x="92868" y="275034"/>
                </a:cubicBezTo>
                <a:lnTo>
                  <a:pt x="50006" y="275034"/>
                </a:lnTo>
                <a:cubicBezTo>
                  <a:pt x="44091" y="275034"/>
                  <a:pt x="39290" y="270233"/>
                  <a:pt x="39290" y="264318"/>
                </a:cubicBezTo>
                <a:cubicBezTo>
                  <a:pt x="39290" y="258403"/>
                  <a:pt x="44091" y="253603"/>
                  <a:pt x="50006" y="253603"/>
                </a:cubicBezTo>
                <a:moveTo>
                  <a:pt x="292893" y="253603"/>
                </a:moveTo>
                <a:cubicBezTo>
                  <a:pt x="298808" y="253603"/>
                  <a:pt x="303609" y="258403"/>
                  <a:pt x="303609" y="264318"/>
                </a:cubicBezTo>
                <a:cubicBezTo>
                  <a:pt x="303609" y="270233"/>
                  <a:pt x="298808" y="275034"/>
                  <a:pt x="292893" y="275034"/>
                </a:cubicBezTo>
                <a:lnTo>
                  <a:pt x="250031" y="275034"/>
                </a:lnTo>
                <a:cubicBezTo>
                  <a:pt x="244116" y="275034"/>
                  <a:pt x="239315" y="270233"/>
                  <a:pt x="239315" y="264318"/>
                </a:cubicBezTo>
                <a:cubicBezTo>
                  <a:pt x="239315" y="258403"/>
                  <a:pt x="244116" y="253603"/>
                  <a:pt x="250031" y="253603"/>
                </a:cubicBezTo>
                <a:lnTo>
                  <a:pt x="292893" y="25360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E01E50-EFEB-9B7C-BCA9-727EC49F3E29}"/>
              </a:ext>
            </a:extLst>
          </p:cNvPr>
          <p:cNvSpPr txBox="1"/>
          <p:nvPr/>
        </p:nvSpPr>
        <p:spPr>
          <a:xfrm>
            <a:off x="5562600" y="2486025"/>
            <a:ext cx="1251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32 Total Bits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D48479-8977-0850-98AC-51CEB145C9FD}"/>
              </a:ext>
            </a:extLst>
          </p:cNvPr>
          <p:cNvSpPr txBox="1"/>
          <p:nvPr/>
        </p:nvSpPr>
        <p:spPr>
          <a:xfrm>
            <a:off x="5562600" y="2771775"/>
            <a:ext cx="258131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The complete IPv4 address length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D9CA44-AE4B-5D50-9C6C-A35767358958}"/>
              </a:ext>
            </a:extLst>
          </p:cNvPr>
          <p:cNvSpPr txBox="1"/>
          <p:nvPr/>
        </p:nvSpPr>
        <p:spPr>
          <a:xfrm>
            <a:off x="5562600" y="3228975"/>
            <a:ext cx="16160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24 Network Bits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1118CB-85B1-9B15-870D-F6B17038EF14}"/>
              </a:ext>
            </a:extLst>
          </p:cNvPr>
          <p:cNvSpPr txBox="1"/>
          <p:nvPr/>
        </p:nvSpPr>
        <p:spPr>
          <a:xfrm>
            <a:off x="5562600" y="3514725"/>
            <a:ext cx="209952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Bits identifying the network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DB302-CAA5-4603-A00C-9C76F974DE26}"/>
              </a:ext>
            </a:extLst>
          </p:cNvPr>
          <p:cNvSpPr txBox="1"/>
          <p:nvPr/>
        </p:nvSpPr>
        <p:spPr>
          <a:xfrm>
            <a:off x="5562600" y="3971925"/>
            <a:ext cx="10943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8 Host Bits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A210C1-45EA-4FAB-32C6-25EF71AAB16B}"/>
              </a:ext>
            </a:extLst>
          </p:cNvPr>
          <p:cNvSpPr txBox="1"/>
          <p:nvPr/>
        </p:nvSpPr>
        <p:spPr>
          <a:xfrm>
            <a:off x="5562600" y="4257675"/>
            <a:ext cx="241427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Bits identifying the specific host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8660" y="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Public vs Private IPv4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96B57-0E22-5CFA-B343-9D694F16E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533400"/>
            <a:ext cx="1077468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048" y="15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IPv4 Classes — Historical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33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D5CA7554-4C90-0052-FC41-8B2BEB452D85}"/>
              </a:ext>
            </a:extLst>
          </p:cNvPr>
          <p:cNvSpPr/>
          <p:nvPr/>
        </p:nvSpPr>
        <p:spPr>
          <a:xfrm>
            <a:off x="2100260" y="3293960"/>
            <a:ext cx="1316573" cy="678207"/>
          </a:xfrm>
          <a:custGeom>
            <a:avLst/>
            <a:gdLst/>
            <a:ahLst/>
            <a:cxnLst/>
            <a:rect l="0" t="0" r="0" b="0"/>
            <a:pathLst>
              <a:path w="981370" h="502977">
                <a:moveTo>
                  <a:pt x="0" y="474402"/>
                </a:moveTo>
                <a:cubicBezTo>
                  <a:pt x="0" y="490185"/>
                  <a:pt x="12792" y="502977"/>
                  <a:pt x="28575" y="502977"/>
                </a:cubicBezTo>
                <a:lnTo>
                  <a:pt x="952795" y="502977"/>
                </a:lnTo>
                <a:cubicBezTo>
                  <a:pt x="968578" y="502977"/>
                  <a:pt x="981370" y="490185"/>
                  <a:pt x="981370" y="474402"/>
                </a:cubicBezTo>
                <a:lnTo>
                  <a:pt x="981370" y="28575"/>
                </a:lnTo>
                <a:cubicBezTo>
                  <a:pt x="981370" y="12792"/>
                  <a:pt x="968578" y="0"/>
                  <a:pt x="952795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474402"/>
                </a:lnTo>
              </a:path>
            </a:pathLst>
          </a:cu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562D28F-5F40-4537-FBD7-1955D0188A48}"/>
              </a:ext>
            </a:extLst>
          </p:cNvPr>
          <p:cNvSpPr/>
          <p:nvPr/>
        </p:nvSpPr>
        <p:spPr>
          <a:xfrm>
            <a:off x="2100260" y="3293960"/>
            <a:ext cx="1316575" cy="678210"/>
          </a:xfrm>
          <a:custGeom>
            <a:avLst/>
            <a:gdLst/>
            <a:ahLst/>
            <a:cxnLst/>
            <a:rect l="0" t="0" r="0" b="0"/>
            <a:pathLst>
              <a:path w="981372" h="502979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952797" y="0"/>
                </a:moveTo>
                <a:lnTo>
                  <a:pt x="28575" y="0"/>
                </a:lnTo>
                <a:moveTo>
                  <a:pt x="981372" y="474404"/>
                </a:moveTo>
                <a:cubicBezTo>
                  <a:pt x="981372" y="490186"/>
                  <a:pt x="968579" y="502979"/>
                  <a:pt x="952797" y="502979"/>
                </a:cubicBezTo>
                <a:moveTo>
                  <a:pt x="952797" y="0"/>
                </a:moveTo>
                <a:cubicBezTo>
                  <a:pt x="968579" y="0"/>
                  <a:pt x="981372" y="12793"/>
                  <a:pt x="981372" y="28575"/>
                </a:cubicBezTo>
                <a:moveTo>
                  <a:pt x="0" y="474404"/>
                </a:moveTo>
                <a:lnTo>
                  <a:pt x="0" y="28575"/>
                </a:lnTo>
                <a:moveTo>
                  <a:pt x="981372" y="474404"/>
                </a:moveTo>
                <a:lnTo>
                  <a:pt x="981372" y="28575"/>
                </a:lnTo>
                <a:moveTo>
                  <a:pt x="28575" y="502979"/>
                </a:moveTo>
                <a:lnTo>
                  <a:pt x="952797" y="502979"/>
                </a:lnTo>
                <a:moveTo>
                  <a:pt x="28575" y="502979"/>
                </a:moveTo>
                <a:cubicBezTo>
                  <a:pt x="12793" y="502979"/>
                  <a:pt x="0" y="490186"/>
                  <a:pt x="0" y="474404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0094877-B934-2AA2-9BB9-9D1BC8C93A4D}"/>
              </a:ext>
            </a:extLst>
          </p:cNvPr>
          <p:cNvSpPr/>
          <p:nvPr/>
        </p:nvSpPr>
        <p:spPr>
          <a:xfrm>
            <a:off x="5114159" y="570032"/>
            <a:ext cx="1185441" cy="499293"/>
          </a:xfrm>
          <a:custGeom>
            <a:avLst/>
            <a:gdLst/>
            <a:ahLst/>
            <a:cxnLst/>
            <a:rect l="0" t="0" r="0" b="0"/>
            <a:pathLst>
              <a:path w="603942" h="327660">
                <a:moveTo>
                  <a:pt x="0" y="299085"/>
                </a:moveTo>
                <a:cubicBezTo>
                  <a:pt x="0" y="314867"/>
                  <a:pt x="12792" y="327660"/>
                  <a:pt x="28575" y="327660"/>
                </a:cubicBezTo>
                <a:lnTo>
                  <a:pt x="575367" y="327660"/>
                </a:lnTo>
                <a:cubicBezTo>
                  <a:pt x="591150" y="327660"/>
                  <a:pt x="603942" y="314867"/>
                  <a:pt x="603942" y="299085"/>
                </a:cubicBezTo>
                <a:lnTo>
                  <a:pt x="603942" y="28575"/>
                </a:lnTo>
                <a:cubicBezTo>
                  <a:pt x="603942" y="12792"/>
                  <a:pt x="591150" y="0"/>
                  <a:pt x="575367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5"/>
                </a:ln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D36C929E-8AB9-2024-991F-F5D0915A39F8}"/>
              </a:ext>
            </a:extLst>
          </p:cNvPr>
          <p:cNvSpPr/>
          <p:nvPr/>
        </p:nvSpPr>
        <p:spPr>
          <a:xfrm>
            <a:off x="5114160" y="570033"/>
            <a:ext cx="1185445" cy="499292"/>
          </a:xfrm>
          <a:custGeom>
            <a:avLst/>
            <a:gdLst/>
            <a:ahLst/>
            <a:cxnLst/>
            <a:rect l="0" t="0" r="0" b="0"/>
            <a:pathLst>
              <a:path w="603944" h="327659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75369" y="0"/>
                </a:moveTo>
                <a:lnTo>
                  <a:pt x="28575" y="0"/>
                </a:lnTo>
                <a:moveTo>
                  <a:pt x="603944" y="299084"/>
                </a:moveTo>
                <a:cubicBezTo>
                  <a:pt x="603944" y="314866"/>
                  <a:pt x="591151" y="327659"/>
                  <a:pt x="575369" y="327659"/>
                </a:cubicBezTo>
                <a:moveTo>
                  <a:pt x="575369" y="0"/>
                </a:moveTo>
                <a:cubicBezTo>
                  <a:pt x="591151" y="0"/>
                  <a:pt x="603944" y="12793"/>
                  <a:pt x="603944" y="28575"/>
                </a:cubicBezTo>
                <a:moveTo>
                  <a:pt x="0" y="299084"/>
                </a:moveTo>
                <a:lnTo>
                  <a:pt x="0" y="28575"/>
                </a:lnTo>
                <a:moveTo>
                  <a:pt x="603944" y="299084"/>
                </a:moveTo>
                <a:lnTo>
                  <a:pt x="603944" y="28575"/>
                </a:lnTo>
                <a:moveTo>
                  <a:pt x="28575" y="327659"/>
                </a:moveTo>
                <a:lnTo>
                  <a:pt x="575369" y="327659"/>
                </a:lnTo>
                <a:moveTo>
                  <a:pt x="28575" y="327659"/>
                </a:moveTo>
                <a:cubicBezTo>
                  <a:pt x="12793" y="327659"/>
                  <a:pt x="0" y="314866"/>
                  <a:pt x="0" y="299084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7C6E4AF2-B6A9-0D37-E256-C48CF1E0BE9D}"/>
              </a:ext>
            </a:extLst>
          </p:cNvPr>
          <p:cNvSpPr/>
          <p:nvPr/>
        </p:nvSpPr>
        <p:spPr>
          <a:xfrm>
            <a:off x="6384415" y="649341"/>
            <a:ext cx="1839803" cy="357051"/>
          </a:xfrm>
          <a:custGeom>
            <a:avLst/>
            <a:gdLst/>
            <a:ahLst/>
            <a:cxnLst/>
            <a:rect l="0" t="0" r="0" b="0"/>
            <a:pathLst>
              <a:path w="937317" h="234314">
                <a:moveTo>
                  <a:pt x="0" y="205739"/>
                </a:moveTo>
                <a:cubicBezTo>
                  <a:pt x="0" y="221522"/>
                  <a:pt x="12792" y="234314"/>
                  <a:pt x="28575" y="234314"/>
                </a:cubicBezTo>
                <a:lnTo>
                  <a:pt x="908742" y="234314"/>
                </a:lnTo>
                <a:cubicBezTo>
                  <a:pt x="924525" y="234314"/>
                  <a:pt x="937317" y="221522"/>
                  <a:pt x="937317" y="205739"/>
                </a:cubicBezTo>
                <a:lnTo>
                  <a:pt x="937317" y="28575"/>
                </a:lnTo>
                <a:cubicBezTo>
                  <a:pt x="937317" y="12792"/>
                  <a:pt x="924525" y="0"/>
                  <a:pt x="908742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39"/>
                </a:ln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0A014FF-3077-3061-0C36-DD18A461CF3A}"/>
              </a:ext>
            </a:extLst>
          </p:cNvPr>
          <p:cNvSpPr/>
          <p:nvPr/>
        </p:nvSpPr>
        <p:spPr>
          <a:xfrm>
            <a:off x="6384415" y="649340"/>
            <a:ext cx="1839806" cy="357053"/>
          </a:xfrm>
          <a:custGeom>
            <a:avLst/>
            <a:gdLst/>
            <a:ahLst/>
            <a:cxnLst/>
            <a:rect l="0" t="0" r="0" b="0"/>
            <a:pathLst>
              <a:path w="937319" h="234315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908744" y="0"/>
                </a:moveTo>
                <a:lnTo>
                  <a:pt x="28575" y="0"/>
                </a:lnTo>
                <a:moveTo>
                  <a:pt x="937319" y="205740"/>
                </a:moveTo>
                <a:cubicBezTo>
                  <a:pt x="937319" y="221522"/>
                  <a:pt x="924526" y="234315"/>
                  <a:pt x="908744" y="234315"/>
                </a:cubicBezTo>
                <a:moveTo>
                  <a:pt x="908744" y="0"/>
                </a:moveTo>
                <a:cubicBezTo>
                  <a:pt x="924526" y="0"/>
                  <a:pt x="937319" y="12793"/>
                  <a:pt x="937319" y="28575"/>
                </a:cubicBezTo>
                <a:moveTo>
                  <a:pt x="0" y="205740"/>
                </a:moveTo>
                <a:lnTo>
                  <a:pt x="0" y="28575"/>
                </a:lnTo>
                <a:moveTo>
                  <a:pt x="937319" y="205740"/>
                </a:moveTo>
                <a:lnTo>
                  <a:pt x="937319" y="28575"/>
                </a:lnTo>
                <a:moveTo>
                  <a:pt x="28575" y="234315"/>
                </a:moveTo>
                <a:lnTo>
                  <a:pt x="908744" y="234315"/>
                </a:lnTo>
                <a:moveTo>
                  <a:pt x="28575" y="234315"/>
                </a:moveTo>
                <a:cubicBezTo>
                  <a:pt x="12793" y="234315"/>
                  <a:pt x="0" y="221522"/>
                  <a:pt x="0" y="20574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A91AE7E-F52E-76D8-76CF-0E47CAEA98D5}"/>
              </a:ext>
            </a:extLst>
          </p:cNvPr>
          <p:cNvSpPr/>
          <p:nvPr/>
        </p:nvSpPr>
        <p:spPr>
          <a:xfrm>
            <a:off x="5111234" y="1576455"/>
            <a:ext cx="1188376" cy="499293"/>
          </a:xfrm>
          <a:custGeom>
            <a:avLst/>
            <a:gdLst/>
            <a:ahLst/>
            <a:cxnLst/>
            <a:rect l="0" t="0" r="0" b="0"/>
            <a:pathLst>
              <a:path w="605437" h="327660">
                <a:moveTo>
                  <a:pt x="0" y="299085"/>
                </a:moveTo>
                <a:cubicBezTo>
                  <a:pt x="0" y="314867"/>
                  <a:pt x="12792" y="327660"/>
                  <a:pt x="28575" y="327660"/>
                </a:cubicBezTo>
                <a:lnTo>
                  <a:pt x="576862" y="327660"/>
                </a:lnTo>
                <a:cubicBezTo>
                  <a:pt x="592635" y="327660"/>
                  <a:pt x="605437" y="314867"/>
                  <a:pt x="605437" y="299085"/>
                </a:cubicBezTo>
                <a:lnTo>
                  <a:pt x="605437" y="28575"/>
                </a:lnTo>
                <a:cubicBezTo>
                  <a:pt x="605437" y="12792"/>
                  <a:pt x="592635" y="0"/>
                  <a:pt x="576862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5"/>
                </a:lnTo>
              </a:path>
            </a:pathLst>
          </a:custGeom>
          <a:solidFill>
            <a:srgbClr val="DD6E42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515C558-0D93-0F5C-E806-ACE4D22A89C3}"/>
              </a:ext>
            </a:extLst>
          </p:cNvPr>
          <p:cNvSpPr/>
          <p:nvPr/>
        </p:nvSpPr>
        <p:spPr>
          <a:xfrm>
            <a:off x="5111234" y="1576456"/>
            <a:ext cx="1188366" cy="499292"/>
          </a:xfrm>
          <a:custGeom>
            <a:avLst/>
            <a:gdLst/>
            <a:ahLst/>
            <a:cxnLst/>
            <a:rect l="0" t="0" r="0" b="0"/>
            <a:pathLst>
              <a:path w="605432" h="327659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76857" y="0"/>
                </a:moveTo>
                <a:lnTo>
                  <a:pt x="28575" y="0"/>
                </a:lnTo>
                <a:moveTo>
                  <a:pt x="605432" y="299084"/>
                </a:moveTo>
                <a:cubicBezTo>
                  <a:pt x="605432" y="314866"/>
                  <a:pt x="592639" y="327659"/>
                  <a:pt x="576857" y="327659"/>
                </a:cubicBezTo>
                <a:moveTo>
                  <a:pt x="576857" y="0"/>
                </a:moveTo>
                <a:cubicBezTo>
                  <a:pt x="592639" y="0"/>
                  <a:pt x="605432" y="12793"/>
                  <a:pt x="605432" y="28575"/>
                </a:cubicBezTo>
                <a:moveTo>
                  <a:pt x="0" y="299084"/>
                </a:moveTo>
                <a:lnTo>
                  <a:pt x="0" y="28575"/>
                </a:lnTo>
                <a:moveTo>
                  <a:pt x="605432" y="299084"/>
                </a:moveTo>
                <a:lnTo>
                  <a:pt x="605432" y="28575"/>
                </a:lnTo>
                <a:moveTo>
                  <a:pt x="28575" y="327659"/>
                </a:moveTo>
                <a:lnTo>
                  <a:pt x="576857" y="327659"/>
                </a:lnTo>
                <a:moveTo>
                  <a:pt x="28575" y="327659"/>
                </a:moveTo>
                <a:cubicBezTo>
                  <a:pt x="12793" y="327659"/>
                  <a:pt x="0" y="314866"/>
                  <a:pt x="0" y="299084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8ED9C8CE-A07C-0344-F74E-4ED71C4A34F5}"/>
              </a:ext>
            </a:extLst>
          </p:cNvPr>
          <p:cNvSpPr/>
          <p:nvPr/>
        </p:nvSpPr>
        <p:spPr>
          <a:xfrm>
            <a:off x="6383486" y="1655764"/>
            <a:ext cx="1070928" cy="357051"/>
          </a:xfrm>
          <a:custGeom>
            <a:avLst/>
            <a:gdLst/>
            <a:ahLst/>
            <a:cxnLst/>
            <a:rect l="0" t="0" r="0" b="0"/>
            <a:pathLst>
              <a:path w="545601" h="234314">
                <a:moveTo>
                  <a:pt x="0" y="205739"/>
                </a:moveTo>
                <a:cubicBezTo>
                  <a:pt x="0" y="221522"/>
                  <a:pt x="12792" y="234314"/>
                  <a:pt x="28575" y="234314"/>
                </a:cubicBezTo>
                <a:lnTo>
                  <a:pt x="517026" y="234314"/>
                </a:lnTo>
                <a:cubicBezTo>
                  <a:pt x="532809" y="234314"/>
                  <a:pt x="545601" y="221522"/>
                  <a:pt x="545601" y="205739"/>
                </a:cubicBezTo>
                <a:lnTo>
                  <a:pt x="545601" y="28575"/>
                </a:lnTo>
                <a:cubicBezTo>
                  <a:pt x="545601" y="12792"/>
                  <a:pt x="532809" y="0"/>
                  <a:pt x="517026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39"/>
                </a:lnTo>
              </a:path>
            </a:pathLst>
          </a:custGeom>
          <a:solidFill>
            <a:srgbClr val="DD6E42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D5C715B2-D8DF-6E42-A685-F5DE8F1ACD1C}"/>
              </a:ext>
            </a:extLst>
          </p:cNvPr>
          <p:cNvSpPr/>
          <p:nvPr/>
        </p:nvSpPr>
        <p:spPr>
          <a:xfrm>
            <a:off x="6383486" y="1655763"/>
            <a:ext cx="1070930" cy="357053"/>
          </a:xfrm>
          <a:custGeom>
            <a:avLst/>
            <a:gdLst/>
            <a:ahLst/>
            <a:cxnLst/>
            <a:rect l="0" t="0" r="0" b="0"/>
            <a:pathLst>
              <a:path w="545603" h="234315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17028" y="0"/>
                </a:moveTo>
                <a:lnTo>
                  <a:pt x="28575" y="0"/>
                </a:lnTo>
                <a:moveTo>
                  <a:pt x="545603" y="205740"/>
                </a:moveTo>
                <a:cubicBezTo>
                  <a:pt x="545603" y="221522"/>
                  <a:pt x="532810" y="234315"/>
                  <a:pt x="517028" y="234315"/>
                </a:cubicBezTo>
                <a:moveTo>
                  <a:pt x="517028" y="0"/>
                </a:moveTo>
                <a:cubicBezTo>
                  <a:pt x="532810" y="0"/>
                  <a:pt x="545603" y="12793"/>
                  <a:pt x="545603" y="28575"/>
                </a:cubicBezTo>
                <a:moveTo>
                  <a:pt x="0" y="205740"/>
                </a:moveTo>
                <a:lnTo>
                  <a:pt x="0" y="28575"/>
                </a:lnTo>
                <a:moveTo>
                  <a:pt x="545603" y="205740"/>
                </a:moveTo>
                <a:lnTo>
                  <a:pt x="545603" y="28575"/>
                </a:lnTo>
                <a:moveTo>
                  <a:pt x="28575" y="234315"/>
                </a:moveTo>
                <a:lnTo>
                  <a:pt x="517028" y="234315"/>
                </a:lnTo>
                <a:moveTo>
                  <a:pt x="28575" y="234315"/>
                </a:moveTo>
                <a:cubicBezTo>
                  <a:pt x="12793" y="234315"/>
                  <a:pt x="0" y="221522"/>
                  <a:pt x="0" y="20574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0BDE1EEC-56E3-24F0-4309-FBFC1E24DE6D}"/>
              </a:ext>
            </a:extLst>
          </p:cNvPr>
          <p:cNvSpPr/>
          <p:nvPr/>
        </p:nvSpPr>
        <p:spPr>
          <a:xfrm>
            <a:off x="5111234" y="2560689"/>
            <a:ext cx="1184860" cy="499292"/>
          </a:xfrm>
          <a:custGeom>
            <a:avLst/>
            <a:gdLst/>
            <a:ahLst/>
            <a:cxnLst/>
            <a:rect l="0" t="0" r="0" b="0"/>
            <a:pathLst>
              <a:path w="603646" h="327659">
                <a:moveTo>
                  <a:pt x="0" y="299084"/>
                </a:moveTo>
                <a:cubicBezTo>
                  <a:pt x="0" y="314867"/>
                  <a:pt x="12792" y="327659"/>
                  <a:pt x="28575" y="327659"/>
                </a:cubicBezTo>
                <a:lnTo>
                  <a:pt x="575071" y="327659"/>
                </a:lnTo>
                <a:cubicBezTo>
                  <a:pt x="590854" y="327659"/>
                  <a:pt x="603646" y="314867"/>
                  <a:pt x="603646" y="299084"/>
                </a:cubicBezTo>
                <a:lnTo>
                  <a:pt x="603646" y="28575"/>
                </a:lnTo>
                <a:cubicBezTo>
                  <a:pt x="603646" y="12792"/>
                  <a:pt x="590854" y="0"/>
                  <a:pt x="575071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4"/>
                </a:lnTo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C64641A9-3BA3-882B-642D-12B1666AA68D}"/>
              </a:ext>
            </a:extLst>
          </p:cNvPr>
          <p:cNvSpPr/>
          <p:nvPr/>
        </p:nvSpPr>
        <p:spPr>
          <a:xfrm>
            <a:off x="5111234" y="2560688"/>
            <a:ext cx="1184860" cy="499293"/>
          </a:xfrm>
          <a:custGeom>
            <a:avLst/>
            <a:gdLst/>
            <a:ahLst/>
            <a:cxnLst/>
            <a:rect l="0" t="0" r="0" b="0"/>
            <a:pathLst>
              <a:path w="603646" h="327660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75071" y="0"/>
                </a:moveTo>
                <a:lnTo>
                  <a:pt x="28575" y="0"/>
                </a:lnTo>
                <a:moveTo>
                  <a:pt x="603646" y="299085"/>
                </a:moveTo>
                <a:cubicBezTo>
                  <a:pt x="603646" y="314867"/>
                  <a:pt x="590853" y="327660"/>
                  <a:pt x="575071" y="327660"/>
                </a:cubicBezTo>
                <a:moveTo>
                  <a:pt x="575071" y="0"/>
                </a:moveTo>
                <a:cubicBezTo>
                  <a:pt x="590853" y="0"/>
                  <a:pt x="603646" y="12793"/>
                  <a:pt x="603646" y="28575"/>
                </a:cubicBezTo>
                <a:moveTo>
                  <a:pt x="0" y="299085"/>
                </a:moveTo>
                <a:lnTo>
                  <a:pt x="0" y="28575"/>
                </a:lnTo>
                <a:moveTo>
                  <a:pt x="603646" y="299085"/>
                </a:moveTo>
                <a:lnTo>
                  <a:pt x="603646" y="28575"/>
                </a:lnTo>
                <a:moveTo>
                  <a:pt x="28575" y="327660"/>
                </a:moveTo>
                <a:lnTo>
                  <a:pt x="575071" y="327660"/>
                </a:lnTo>
                <a:moveTo>
                  <a:pt x="28575" y="327660"/>
                </a:moveTo>
                <a:cubicBezTo>
                  <a:pt x="12793" y="327660"/>
                  <a:pt x="0" y="314867"/>
                  <a:pt x="0" y="29908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C454FA0A-4963-F1A9-806B-A2AD143F0279}"/>
              </a:ext>
            </a:extLst>
          </p:cNvPr>
          <p:cNvSpPr/>
          <p:nvPr/>
        </p:nvSpPr>
        <p:spPr>
          <a:xfrm>
            <a:off x="6381090" y="2639996"/>
            <a:ext cx="1070928" cy="357053"/>
          </a:xfrm>
          <a:custGeom>
            <a:avLst/>
            <a:gdLst/>
            <a:ahLst/>
            <a:cxnLst/>
            <a:rect l="0" t="0" r="0" b="0"/>
            <a:pathLst>
              <a:path w="545601" h="234315">
                <a:moveTo>
                  <a:pt x="0" y="205740"/>
                </a:moveTo>
                <a:cubicBezTo>
                  <a:pt x="0" y="221522"/>
                  <a:pt x="12792" y="234315"/>
                  <a:pt x="28575" y="234315"/>
                </a:cubicBezTo>
                <a:lnTo>
                  <a:pt x="517026" y="234315"/>
                </a:lnTo>
                <a:cubicBezTo>
                  <a:pt x="532809" y="234315"/>
                  <a:pt x="545601" y="221522"/>
                  <a:pt x="545601" y="205740"/>
                </a:cubicBezTo>
                <a:lnTo>
                  <a:pt x="545601" y="28575"/>
                </a:lnTo>
                <a:cubicBezTo>
                  <a:pt x="545601" y="12792"/>
                  <a:pt x="532809" y="0"/>
                  <a:pt x="517026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40"/>
                </a:lnTo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5010AB52-BE0A-27EA-6D7E-BA3095F1D062}"/>
              </a:ext>
            </a:extLst>
          </p:cNvPr>
          <p:cNvSpPr/>
          <p:nvPr/>
        </p:nvSpPr>
        <p:spPr>
          <a:xfrm>
            <a:off x="6381090" y="2639997"/>
            <a:ext cx="1070930" cy="357051"/>
          </a:xfrm>
          <a:custGeom>
            <a:avLst/>
            <a:gdLst/>
            <a:ahLst/>
            <a:cxnLst/>
            <a:rect l="0" t="0" r="0" b="0"/>
            <a:pathLst>
              <a:path w="545603" h="234314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17028" y="0"/>
                </a:moveTo>
                <a:lnTo>
                  <a:pt x="28575" y="0"/>
                </a:lnTo>
                <a:moveTo>
                  <a:pt x="545603" y="205739"/>
                </a:moveTo>
                <a:cubicBezTo>
                  <a:pt x="545603" y="221521"/>
                  <a:pt x="532810" y="234314"/>
                  <a:pt x="517028" y="234314"/>
                </a:cubicBezTo>
                <a:moveTo>
                  <a:pt x="517028" y="0"/>
                </a:moveTo>
                <a:cubicBezTo>
                  <a:pt x="532810" y="0"/>
                  <a:pt x="545603" y="12793"/>
                  <a:pt x="545603" y="28575"/>
                </a:cubicBezTo>
                <a:moveTo>
                  <a:pt x="0" y="205739"/>
                </a:moveTo>
                <a:lnTo>
                  <a:pt x="0" y="28575"/>
                </a:lnTo>
                <a:moveTo>
                  <a:pt x="545603" y="205739"/>
                </a:moveTo>
                <a:lnTo>
                  <a:pt x="545603" y="28575"/>
                </a:lnTo>
                <a:moveTo>
                  <a:pt x="28575" y="234314"/>
                </a:moveTo>
                <a:lnTo>
                  <a:pt x="517028" y="234314"/>
                </a:lnTo>
                <a:moveTo>
                  <a:pt x="28575" y="234314"/>
                </a:moveTo>
                <a:cubicBezTo>
                  <a:pt x="12793" y="234314"/>
                  <a:pt x="0" y="221521"/>
                  <a:pt x="0" y="205739"/>
                </a:cubicBezTo>
              </a:path>
            </a:pathLst>
          </a:custGeom>
          <a:solidFill>
            <a:schemeClr val="accent5">
              <a:lumMod val="50000"/>
            </a:schemeClr>
          </a:solidFill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EBBF079C-D112-6238-897C-19E830A88683}"/>
              </a:ext>
            </a:extLst>
          </p:cNvPr>
          <p:cNvSpPr/>
          <p:nvPr/>
        </p:nvSpPr>
        <p:spPr>
          <a:xfrm>
            <a:off x="5114160" y="3601593"/>
            <a:ext cx="1206473" cy="499292"/>
          </a:xfrm>
          <a:custGeom>
            <a:avLst/>
            <a:gdLst/>
            <a:ahLst/>
            <a:cxnLst/>
            <a:rect l="0" t="0" r="0" b="0"/>
            <a:pathLst>
              <a:path w="614657" h="327659">
                <a:moveTo>
                  <a:pt x="0" y="299084"/>
                </a:moveTo>
                <a:cubicBezTo>
                  <a:pt x="0" y="314867"/>
                  <a:pt x="12792" y="327659"/>
                  <a:pt x="28575" y="327659"/>
                </a:cubicBezTo>
                <a:lnTo>
                  <a:pt x="586082" y="327659"/>
                </a:lnTo>
                <a:cubicBezTo>
                  <a:pt x="601865" y="327659"/>
                  <a:pt x="614657" y="314867"/>
                  <a:pt x="614657" y="299084"/>
                </a:cubicBezTo>
                <a:lnTo>
                  <a:pt x="614657" y="28575"/>
                </a:lnTo>
                <a:cubicBezTo>
                  <a:pt x="614657" y="12792"/>
                  <a:pt x="601865" y="0"/>
                  <a:pt x="586082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4"/>
                </a:lnTo>
              </a:path>
            </a:pathLst>
          </a:custGeom>
          <a:solidFill>
            <a:srgbClr val="7030A0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E5B45CEB-7894-F575-A18E-9AC620258C2A}"/>
              </a:ext>
            </a:extLst>
          </p:cNvPr>
          <p:cNvSpPr/>
          <p:nvPr/>
        </p:nvSpPr>
        <p:spPr>
          <a:xfrm>
            <a:off x="5114160" y="3601592"/>
            <a:ext cx="1206479" cy="499293"/>
          </a:xfrm>
          <a:custGeom>
            <a:avLst/>
            <a:gdLst/>
            <a:ahLst/>
            <a:cxnLst/>
            <a:rect l="0" t="0" r="0" b="0"/>
            <a:pathLst>
              <a:path w="614660" h="327660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86085" y="0"/>
                </a:moveTo>
                <a:lnTo>
                  <a:pt x="28575" y="0"/>
                </a:lnTo>
                <a:moveTo>
                  <a:pt x="614660" y="299085"/>
                </a:moveTo>
                <a:cubicBezTo>
                  <a:pt x="614660" y="314867"/>
                  <a:pt x="601867" y="327660"/>
                  <a:pt x="586085" y="327660"/>
                </a:cubicBezTo>
                <a:moveTo>
                  <a:pt x="586085" y="0"/>
                </a:moveTo>
                <a:cubicBezTo>
                  <a:pt x="601867" y="0"/>
                  <a:pt x="614660" y="12793"/>
                  <a:pt x="614660" y="28575"/>
                </a:cubicBezTo>
                <a:moveTo>
                  <a:pt x="0" y="299085"/>
                </a:moveTo>
                <a:lnTo>
                  <a:pt x="0" y="28575"/>
                </a:lnTo>
                <a:moveTo>
                  <a:pt x="614660" y="299085"/>
                </a:moveTo>
                <a:lnTo>
                  <a:pt x="614660" y="28575"/>
                </a:lnTo>
                <a:moveTo>
                  <a:pt x="28575" y="327660"/>
                </a:moveTo>
                <a:lnTo>
                  <a:pt x="586085" y="327660"/>
                </a:lnTo>
                <a:moveTo>
                  <a:pt x="28575" y="327660"/>
                </a:moveTo>
                <a:cubicBezTo>
                  <a:pt x="12793" y="327660"/>
                  <a:pt x="0" y="314867"/>
                  <a:pt x="0" y="29908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Rounded Rectangle 18">
            <a:extLst>
              <a:ext uri="{FF2B5EF4-FFF2-40B4-BE49-F238E27FC236}">
                <a16:creationId xmlns:a16="http://schemas.microsoft.com/office/drawing/2014/main" id="{C5308466-626B-CBFF-7D50-3A82CF6F8E59}"/>
              </a:ext>
            </a:extLst>
          </p:cNvPr>
          <p:cNvSpPr/>
          <p:nvPr/>
        </p:nvSpPr>
        <p:spPr>
          <a:xfrm>
            <a:off x="6398790" y="3680900"/>
            <a:ext cx="1131990" cy="357053"/>
          </a:xfrm>
          <a:custGeom>
            <a:avLst/>
            <a:gdLst/>
            <a:ahLst/>
            <a:cxnLst/>
            <a:rect l="0" t="0" r="0" b="0"/>
            <a:pathLst>
              <a:path w="576710" h="234315">
                <a:moveTo>
                  <a:pt x="0" y="205740"/>
                </a:moveTo>
                <a:cubicBezTo>
                  <a:pt x="0" y="221522"/>
                  <a:pt x="12792" y="234315"/>
                  <a:pt x="28575" y="234315"/>
                </a:cubicBezTo>
                <a:lnTo>
                  <a:pt x="548135" y="234315"/>
                </a:lnTo>
                <a:cubicBezTo>
                  <a:pt x="563918" y="234315"/>
                  <a:pt x="576710" y="221522"/>
                  <a:pt x="576710" y="205740"/>
                </a:cubicBezTo>
                <a:lnTo>
                  <a:pt x="576710" y="28575"/>
                </a:lnTo>
                <a:cubicBezTo>
                  <a:pt x="576710" y="12792"/>
                  <a:pt x="563918" y="0"/>
                  <a:pt x="548135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40"/>
                </a:lnTo>
              </a:path>
            </a:pathLst>
          </a:custGeom>
          <a:solidFill>
            <a:srgbClr val="7030A0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Rounded Rectangle 19">
            <a:extLst>
              <a:ext uri="{FF2B5EF4-FFF2-40B4-BE49-F238E27FC236}">
                <a16:creationId xmlns:a16="http://schemas.microsoft.com/office/drawing/2014/main" id="{F7FF781F-C772-B3B3-80BA-F4F10D84CA64}"/>
              </a:ext>
            </a:extLst>
          </p:cNvPr>
          <p:cNvSpPr/>
          <p:nvPr/>
        </p:nvSpPr>
        <p:spPr>
          <a:xfrm>
            <a:off x="6398789" y="3680901"/>
            <a:ext cx="1131985" cy="357051"/>
          </a:xfrm>
          <a:custGeom>
            <a:avLst/>
            <a:gdLst/>
            <a:ahLst/>
            <a:cxnLst/>
            <a:rect l="0" t="0" r="0" b="0"/>
            <a:pathLst>
              <a:path w="576708" h="234314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48133" y="0"/>
                </a:moveTo>
                <a:lnTo>
                  <a:pt x="28575" y="0"/>
                </a:lnTo>
                <a:moveTo>
                  <a:pt x="576708" y="205739"/>
                </a:moveTo>
                <a:cubicBezTo>
                  <a:pt x="576708" y="221521"/>
                  <a:pt x="563915" y="234314"/>
                  <a:pt x="548133" y="234314"/>
                </a:cubicBezTo>
                <a:moveTo>
                  <a:pt x="548133" y="0"/>
                </a:moveTo>
                <a:cubicBezTo>
                  <a:pt x="563915" y="0"/>
                  <a:pt x="576708" y="12793"/>
                  <a:pt x="576708" y="28575"/>
                </a:cubicBezTo>
                <a:moveTo>
                  <a:pt x="0" y="205739"/>
                </a:moveTo>
                <a:lnTo>
                  <a:pt x="0" y="28575"/>
                </a:lnTo>
                <a:moveTo>
                  <a:pt x="576708" y="205739"/>
                </a:moveTo>
                <a:lnTo>
                  <a:pt x="576708" y="28575"/>
                </a:lnTo>
                <a:moveTo>
                  <a:pt x="28575" y="234314"/>
                </a:moveTo>
                <a:lnTo>
                  <a:pt x="548133" y="234314"/>
                </a:lnTo>
                <a:moveTo>
                  <a:pt x="28575" y="234314"/>
                </a:moveTo>
                <a:cubicBezTo>
                  <a:pt x="12793" y="234314"/>
                  <a:pt x="0" y="221521"/>
                  <a:pt x="0" y="205739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5FADD273-5AEC-2729-3230-9094EF5C6E1C}"/>
              </a:ext>
            </a:extLst>
          </p:cNvPr>
          <p:cNvSpPr/>
          <p:nvPr/>
        </p:nvSpPr>
        <p:spPr>
          <a:xfrm>
            <a:off x="5063974" y="4665528"/>
            <a:ext cx="1168203" cy="499292"/>
          </a:xfrm>
          <a:custGeom>
            <a:avLst/>
            <a:gdLst/>
            <a:ahLst/>
            <a:cxnLst/>
            <a:rect l="0" t="0" r="0" b="0"/>
            <a:pathLst>
              <a:path w="595160" h="327659">
                <a:moveTo>
                  <a:pt x="0" y="299084"/>
                </a:moveTo>
                <a:cubicBezTo>
                  <a:pt x="0" y="314867"/>
                  <a:pt x="12792" y="327659"/>
                  <a:pt x="28575" y="327659"/>
                </a:cubicBezTo>
                <a:lnTo>
                  <a:pt x="566585" y="327659"/>
                </a:lnTo>
                <a:cubicBezTo>
                  <a:pt x="582368" y="327659"/>
                  <a:pt x="595160" y="314867"/>
                  <a:pt x="595160" y="299084"/>
                </a:cubicBezTo>
                <a:lnTo>
                  <a:pt x="595160" y="28575"/>
                </a:lnTo>
                <a:cubicBezTo>
                  <a:pt x="595160" y="12792"/>
                  <a:pt x="582368" y="0"/>
                  <a:pt x="566585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4"/>
                </a:lnTo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Rounded Rectangle 21">
            <a:extLst>
              <a:ext uri="{FF2B5EF4-FFF2-40B4-BE49-F238E27FC236}">
                <a16:creationId xmlns:a16="http://schemas.microsoft.com/office/drawing/2014/main" id="{1CAC2830-EEB6-29E1-8C00-53E4A4CADB38}"/>
              </a:ext>
            </a:extLst>
          </p:cNvPr>
          <p:cNvSpPr/>
          <p:nvPr/>
        </p:nvSpPr>
        <p:spPr>
          <a:xfrm>
            <a:off x="5063974" y="4665527"/>
            <a:ext cx="1168209" cy="499293"/>
          </a:xfrm>
          <a:custGeom>
            <a:avLst/>
            <a:gdLst/>
            <a:ahLst/>
            <a:cxnLst/>
            <a:rect l="0" t="0" r="0" b="0"/>
            <a:pathLst>
              <a:path w="595163" h="327660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566588" y="0"/>
                </a:moveTo>
                <a:lnTo>
                  <a:pt x="28575" y="0"/>
                </a:lnTo>
                <a:moveTo>
                  <a:pt x="595163" y="299085"/>
                </a:moveTo>
                <a:cubicBezTo>
                  <a:pt x="595163" y="314867"/>
                  <a:pt x="582370" y="327660"/>
                  <a:pt x="566588" y="327660"/>
                </a:cubicBezTo>
                <a:moveTo>
                  <a:pt x="566588" y="0"/>
                </a:moveTo>
                <a:cubicBezTo>
                  <a:pt x="582370" y="0"/>
                  <a:pt x="595163" y="12793"/>
                  <a:pt x="595163" y="28575"/>
                </a:cubicBezTo>
                <a:moveTo>
                  <a:pt x="0" y="299085"/>
                </a:moveTo>
                <a:lnTo>
                  <a:pt x="0" y="28575"/>
                </a:lnTo>
                <a:moveTo>
                  <a:pt x="595163" y="299085"/>
                </a:moveTo>
                <a:lnTo>
                  <a:pt x="595163" y="28575"/>
                </a:lnTo>
                <a:moveTo>
                  <a:pt x="28575" y="327660"/>
                </a:moveTo>
                <a:lnTo>
                  <a:pt x="566588" y="327660"/>
                </a:lnTo>
                <a:moveTo>
                  <a:pt x="28575" y="327660"/>
                </a:moveTo>
                <a:cubicBezTo>
                  <a:pt x="12793" y="327660"/>
                  <a:pt x="0" y="314867"/>
                  <a:pt x="0" y="29908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Rounded Rectangle 22">
            <a:extLst>
              <a:ext uri="{FF2B5EF4-FFF2-40B4-BE49-F238E27FC236}">
                <a16:creationId xmlns:a16="http://schemas.microsoft.com/office/drawing/2014/main" id="{25AF85E6-CB7C-0E8C-4C25-018B653E5642}"/>
              </a:ext>
            </a:extLst>
          </p:cNvPr>
          <p:cNvSpPr/>
          <p:nvPr/>
        </p:nvSpPr>
        <p:spPr>
          <a:xfrm>
            <a:off x="6322450" y="4744834"/>
            <a:ext cx="2427848" cy="357053"/>
          </a:xfrm>
          <a:custGeom>
            <a:avLst/>
            <a:gdLst/>
            <a:ahLst/>
            <a:cxnLst/>
            <a:rect l="0" t="0" r="0" b="0"/>
            <a:pathLst>
              <a:path w="1236906" h="234315">
                <a:moveTo>
                  <a:pt x="0" y="205740"/>
                </a:moveTo>
                <a:cubicBezTo>
                  <a:pt x="0" y="221522"/>
                  <a:pt x="12792" y="234315"/>
                  <a:pt x="28575" y="234315"/>
                </a:cubicBezTo>
                <a:lnTo>
                  <a:pt x="1208331" y="234315"/>
                </a:lnTo>
                <a:cubicBezTo>
                  <a:pt x="1224114" y="234315"/>
                  <a:pt x="1236906" y="221522"/>
                  <a:pt x="1236906" y="205740"/>
                </a:cubicBezTo>
                <a:lnTo>
                  <a:pt x="1236906" y="28575"/>
                </a:lnTo>
                <a:cubicBezTo>
                  <a:pt x="1236906" y="12792"/>
                  <a:pt x="1224114" y="0"/>
                  <a:pt x="1208331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40"/>
                </a:lnTo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0D792851-5D02-3A9F-04C0-4DC917D1F383}"/>
              </a:ext>
            </a:extLst>
          </p:cNvPr>
          <p:cNvSpPr/>
          <p:nvPr/>
        </p:nvSpPr>
        <p:spPr>
          <a:xfrm>
            <a:off x="6322449" y="4744835"/>
            <a:ext cx="2427855" cy="357051"/>
          </a:xfrm>
          <a:custGeom>
            <a:avLst/>
            <a:gdLst/>
            <a:ahLst/>
            <a:cxnLst/>
            <a:rect l="0" t="0" r="0" b="0"/>
            <a:pathLst>
              <a:path w="1236910" h="234314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1208335" y="0"/>
                </a:moveTo>
                <a:lnTo>
                  <a:pt x="28575" y="0"/>
                </a:lnTo>
                <a:moveTo>
                  <a:pt x="1236910" y="205739"/>
                </a:moveTo>
                <a:cubicBezTo>
                  <a:pt x="1236910" y="221521"/>
                  <a:pt x="1224117" y="234314"/>
                  <a:pt x="1208335" y="234314"/>
                </a:cubicBezTo>
                <a:moveTo>
                  <a:pt x="1208335" y="0"/>
                </a:moveTo>
                <a:cubicBezTo>
                  <a:pt x="1224117" y="0"/>
                  <a:pt x="1236910" y="12793"/>
                  <a:pt x="1236910" y="28575"/>
                </a:cubicBezTo>
                <a:moveTo>
                  <a:pt x="0" y="205739"/>
                </a:moveTo>
                <a:lnTo>
                  <a:pt x="0" y="28575"/>
                </a:lnTo>
                <a:moveTo>
                  <a:pt x="1236910" y="205739"/>
                </a:moveTo>
                <a:lnTo>
                  <a:pt x="1236910" y="28575"/>
                </a:lnTo>
                <a:moveTo>
                  <a:pt x="28575" y="234314"/>
                </a:moveTo>
                <a:lnTo>
                  <a:pt x="1208335" y="234314"/>
                </a:lnTo>
                <a:moveTo>
                  <a:pt x="28575" y="234314"/>
                </a:moveTo>
                <a:cubicBezTo>
                  <a:pt x="12793" y="234314"/>
                  <a:pt x="0" y="221521"/>
                  <a:pt x="0" y="205739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Rounded Rectangle 24">
            <a:extLst>
              <a:ext uri="{FF2B5EF4-FFF2-40B4-BE49-F238E27FC236}">
                <a16:creationId xmlns:a16="http://schemas.microsoft.com/office/drawing/2014/main" id="{4FC78D3B-9B98-24B5-911D-AC797B325B03}"/>
              </a:ext>
            </a:extLst>
          </p:cNvPr>
          <p:cNvSpPr/>
          <p:nvPr/>
        </p:nvSpPr>
        <p:spPr>
          <a:xfrm>
            <a:off x="5076224" y="5622818"/>
            <a:ext cx="2614530" cy="499292"/>
          </a:xfrm>
          <a:custGeom>
            <a:avLst/>
            <a:gdLst/>
            <a:ahLst/>
            <a:cxnLst/>
            <a:rect l="0" t="0" r="0" b="0"/>
            <a:pathLst>
              <a:path w="1332014" h="327659">
                <a:moveTo>
                  <a:pt x="0" y="299084"/>
                </a:moveTo>
                <a:cubicBezTo>
                  <a:pt x="0" y="314867"/>
                  <a:pt x="12792" y="327659"/>
                  <a:pt x="28575" y="327659"/>
                </a:cubicBezTo>
                <a:lnTo>
                  <a:pt x="1303439" y="327659"/>
                </a:lnTo>
                <a:cubicBezTo>
                  <a:pt x="1319222" y="327659"/>
                  <a:pt x="1332014" y="314867"/>
                  <a:pt x="1332014" y="299084"/>
                </a:cubicBezTo>
                <a:lnTo>
                  <a:pt x="1332014" y="28575"/>
                </a:lnTo>
                <a:cubicBezTo>
                  <a:pt x="1332014" y="12792"/>
                  <a:pt x="1319222" y="0"/>
                  <a:pt x="1303439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99084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Rounded Rectangle 25">
            <a:extLst>
              <a:ext uri="{FF2B5EF4-FFF2-40B4-BE49-F238E27FC236}">
                <a16:creationId xmlns:a16="http://schemas.microsoft.com/office/drawing/2014/main" id="{5F763DB2-4598-88C8-E30C-4BE2B74C970B}"/>
              </a:ext>
            </a:extLst>
          </p:cNvPr>
          <p:cNvSpPr/>
          <p:nvPr/>
        </p:nvSpPr>
        <p:spPr>
          <a:xfrm>
            <a:off x="5076224" y="5622817"/>
            <a:ext cx="2614524" cy="499293"/>
          </a:xfrm>
          <a:custGeom>
            <a:avLst/>
            <a:gdLst/>
            <a:ahLst/>
            <a:cxnLst/>
            <a:rect l="0" t="0" r="0" b="0"/>
            <a:pathLst>
              <a:path w="1332011" h="327660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1303436" y="0"/>
                </a:moveTo>
                <a:lnTo>
                  <a:pt x="28575" y="0"/>
                </a:lnTo>
                <a:moveTo>
                  <a:pt x="1332011" y="299085"/>
                </a:moveTo>
                <a:cubicBezTo>
                  <a:pt x="1332011" y="314867"/>
                  <a:pt x="1319218" y="327660"/>
                  <a:pt x="1303436" y="327660"/>
                </a:cubicBezTo>
                <a:moveTo>
                  <a:pt x="1303436" y="0"/>
                </a:moveTo>
                <a:cubicBezTo>
                  <a:pt x="1319218" y="0"/>
                  <a:pt x="1332011" y="12793"/>
                  <a:pt x="1332011" y="28575"/>
                </a:cubicBezTo>
                <a:moveTo>
                  <a:pt x="0" y="299085"/>
                </a:moveTo>
                <a:lnTo>
                  <a:pt x="0" y="28575"/>
                </a:lnTo>
                <a:moveTo>
                  <a:pt x="1332011" y="299085"/>
                </a:moveTo>
                <a:lnTo>
                  <a:pt x="1332011" y="28575"/>
                </a:lnTo>
                <a:moveTo>
                  <a:pt x="28575" y="327660"/>
                </a:moveTo>
                <a:lnTo>
                  <a:pt x="1303436" y="327660"/>
                </a:lnTo>
                <a:moveTo>
                  <a:pt x="28575" y="327660"/>
                </a:moveTo>
                <a:cubicBezTo>
                  <a:pt x="12793" y="327660"/>
                  <a:pt x="0" y="314867"/>
                  <a:pt x="0" y="29908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Rounded Rectangle 26">
            <a:extLst>
              <a:ext uri="{FF2B5EF4-FFF2-40B4-BE49-F238E27FC236}">
                <a16:creationId xmlns:a16="http://schemas.microsoft.com/office/drawing/2014/main" id="{38572C59-4B7F-C6DF-B2F0-76588D22EEA4}"/>
              </a:ext>
            </a:extLst>
          </p:cNvPr>
          <p:cNvSpPr/>
          <p:nvPr/>
        </p:nvSpPr>
        <p:spPr>
          <a:xfrm>
            <a:off x="7886076" y="5673907"/>
            <a:ext cx="1951100" cy="357053"/>
          </a:xfrm>
          <a:custGeom>
            <a:avLst/>
            <a:gdLst/>
            <a:ahLst/>
            <a:cxnLst/>
            <a:rect l="0" t="0" r="0" b="0"/>
            <a:pathLst>
              <a:path w="994019" h="234315">
                <a:moveTo>
                  <a:pt x="0" y="205740"/>
                </a:moveTo>
                <a:cubicBezTo>
                  <a:pt x="0" y="221522"/>
                  <a:pt x="12792" y="234315"/>
                  <a:pt x="28575" y="234315"/>
                </a:cubicBezTo>
                <a:lnTo>
                  <a:pt x="965444" y="234315"/>
                </a:lnTo>
                <a:cubicBezTo>
                  <a:pt x="981227" y="234315"/>
                  <a:pt x="994019" y="221522"/>
                  <a:pt x="994019" y="205740"/>
                </a:cubicBezTo>
                <a:lnTo>
                  <a:pt x="994019" y="28575"/>
                </a:lnTo>
                <a:cubicBezTo>
                  <a:pt x="994019" y="12792"/>
                  <a:pt x="981227" y="0"/>
                  <a:pt x="965444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5740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C0C30DBD-42B2-759A-E7CF-B3E11BA6F681}"/>
              </a:ext>
            </a:extLst>
          </p:cNvPr>
          <p:cNvSpPr/>
          <p:nvPr/>
        </p:nvSpPr>
        <p:spPr>
          <a:xfrm>
            <a:off x="7886076" y="5673908"/>
            <a:ext cx="1951107" cy="357051"/>
          </a:xfrm>
          <a:custGeom>
            <a:avLst/>
            <a:gdLst/>
            <a:ahLst/>
            <a:cxnLst/>
            <a:rect l="0" t="0" r="0" b="0"/>
            <a:pathLst>
              <a:path w="994023" h="234314">
                <a:moveTo>
                  <a:pt x="28575" y="0"/>
                </a:moveTo>
                <a:cubicBezTo>
                  <a:pt x="12793" y="0"/>
                  <a:pt x="0" y="12793"/>
                  <a:pt x="0" y="28575"/>
                </a:cubicBezTo>
                <a:moveTo>
                  <a:pt x="965448" y="0"/>
                </a:moveTo>
                <a:lnTo>
                  <a:pt x="28575" y="0"/>
                </a:lnTo>
                <a:moveTo>
                  <a:pt x="994023" y="205739"/>
                </a:moveTo>
                <a:cubicBezTo>
                  <a:pt x="994023" y="221521"/>
                  <a:pt x="981230" y="234314"/>
                  <a:pt x="965448" y="234314"/>
                </a:cubicBezTo>
                <a:moveTo>
                  <a:pt x="965448" y="0"/>
                </a:moveTo>
                <a:cubicBezTo>
                  <a:pt x="981230" y="0"/>
                  <a:pt x="994023" y="12793"/>
                  <a:pt x="994023" y="28575"/>
                </a:cubicBezTo>
                <a:moveTo>
                  <a:pt x="0" y="205739"/>
                </a:moveTo>
                <a:lnTo>
                  <a:pt x="0" y="28575"/>
                </a:lnTo>
                <a:moveTo>
                  <a:pt x="994023" y="205739"/>
                </a:moveTo>
                <a:lnTo>
                  <a:pt x="994023" y="28575"/>
                </a:lnTo>
                <a:moveTo>
                  <a:pt x="28575" y="234314"/>
                </a:moveTo>
                <a:lnTo>
                  <a:pt x="965448" y="234314"/>
                </a:lnTo>
                <a:moveTo>
                  <a:pt x="28575" y="234314"/>
                </a:moveTo>
                <a:cubicBezTo>
                  <a:pt x="12793" y="234314"/>
                  <a:pt x="0" y="221521"/>
                  <a:pt x="0" y="205739"/>
                </a:cubicBezTo>
              </a:path>
            </a:pathLst>
          </a:custGeom>
          <a:solidFill>
            <a:schemeClr val="accent2">
              <a:lumMod val="75000"/>
            </a:schemeClr>
          </a:solidFill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Rounded Rectangle 28">
            <a:extLst>
              <a:ext uri="{FF2B5EF4-FFF2-40B4-BE49-F238E27FC236}">
                <a16:creationId xmlns:a16="http://schemas.microsoft.com/office/drawing/2014/main" id="{FD1B65B0-370E-3A1F-37BE-CB9C79AB58EA}"/>
              </a:ext>
            </a:extLst>
          </p:cNvPr>
          <p:cNvSpPr/>
          <p:nvPr/>
        </p:nvSpPr>
        <p:spPr>
          <a:xfrm>
            <a:off x="3493506" y="695437"/>
            <a:ext cx="1570468" cy="5268700"/>
          </a:xfrm>
          <a:custGeom>
            <a:avLst/>
            <a:gdLst/>
            <a:ahLst/>
            <a:cxnLst/>
            <a:rect l="0" t="0" r="0" b="0"/>
            <a:pathLst>
              <a:path w="800100" h="3457574">
                <a:moveTo>
                  <a:pt x="0" y="1728787"/>
                </a:moveTo>
                <a:lnTo>
                  <a:pt x="400050" y="1728787"/>
                </a:lnTo>
                <a:moveTo>
                  <a:pt x="800100" y="0"/>
                </a:moveTo>
                <a:lnTo>
                  <a:pt x="400050" y="0"/>
                </a:lnTo>
                <a:lnTo>
                  <a:pt x="400050" y="3457574"/>
                </a:lnTo>
                <a:lnTo>
                  <a:pt x="800100" y="3457574"/>
                </a:lnTo>
                <a:moveTo>
                  <a:pt x="800100" y="691515"/>
                </a:moveTo>
                <a:lnTo>
                  <a:pt x="400050" y="691515"/>
                </a:lnTo>
                <a:moveTo>
                  <a:pt x="800100" y="1383029"/>
                </a:moveTo>
                <a:lnTo>
                  <a:pt x="400050" y="1383029"/>
                </a:lnTo>
                <a:moveTo>
                  <a:pt x="800100" y="2074544"/>
                </a:moveTo>
                <a:lnTo>
                  <a:pt x="400050" y="2074544"/>
                </a:lnTo>
                <a:moveTo>
                  <a:pt x="800100" y="2766059"/>
                </a:moveTo>
                <a:lnTo>
                  <a:pt x="400050" y="2766059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Rounded Rectangle 29">
            <a:extLst>
              <a:ext uri="{FF2B5EF4-FFF2-40B4-BE49-F238E27FC236}">
                <a16:creationId xmlns:a16="http://schemas.microsoft.com/office/drawing/2014/main" id="{E7E496F6-8ABD-7363-F6A9-21AF9E140F2D}"/>
              </a:ext>
            </a:extLst>
          </p:cNvPr>
          <p:cNvSpPr/>
          <p:nvPr/>
        </p:nvSpPr>
        <p:spPr>
          <a:xfrm>
            <a:off x="6001062" y="815543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ounded Rectangle 30">
            <a:extLst>
              <a:ext uri="{FF2B5EF4-FFF2-40B4-BE49-F238E27FC236}">
                <a16:creationId xmlns:a16="http://schemas.microsoft.com/office/drawing/2014/main" id="{D647E58C-7210-2463-69F3-B19A76983F13}"/>
              </a:ext>
            </a:extLst>
          </p:cNvPr>
          <p:cNvSpPr/>
          <p:nvPr/>
        </p:nvSpPr>
        <p:spPr>
          <a:xfrm>
            <a:off x="6000132" y="1821967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Rounded Rectangle 31">
            <a:extLst>
              <a:ext uri="{FF2B5EF4-FFF2-40B4-BE49-F238E27FC236}">
                <a16:creationId xmlns:a16="http://schemas.microsoft.com/office/drawing/2014/main" id="{91BBCB73-6FF8-5BB3-E5FF-2F7AA9D30BC0}"/>
              </a:ext>
            </a:extLst>
          </p:cNvPr>
          <p:cNvSpPr/>
          <p:nvPr/>
        </p:nvSpPr>
        <p:spPr>
          <a:xfrm>
            <a:off x="5997736" y="2806199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Rounded Rectangle 32">
            <a:extLst>
              <a:ext uri="{FF2B5EF4-FFF2-40B4-BE49-F238E27FC236}">
                <a16:creationId xmlns:a16="http://schemas.microsoft.com/office/drawing/2014/main" id="{0E45A198-8CDE-AF2C-5CB5-0B5CF8A0B723}"/>
              </a:ext>
            </a:extLst>
          </p:cNvPr>
          <p:cNvSpPr/>
          <p:nvPr/>
        </p:nvSpPr>
        <p:spPr>
          <a:xfrm>
            <a:off x="6015437" y="3847103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045C64E3-AD98-170E-B46E-C59198ED9E81}"/>
              </a:ext>
            </a:extLst>
          </p:cNvPr>
          <p:cNvSpPr/>
          <p:nvPr/>
        </p:nvSpPr>
        <p:spPr>
          <a:xfrm>
            <a:off x="5939097" y="4911038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8" name="Rounded Rectangle 34">
            <a:extLst>
              <a:ext uri="{FF2B5EF4-FFF2-40B4-BE49-F238E27FC236}">
                <a16:creationId xmlns:a16="http://schemas.microsoft.com/office/drawing/2014/main" id="{B22DE2DF-70F6-3317-0B77-3CE07E43988D}"/>
              </a:ext>
            </a:extLst>
          </p:cNvPr>
          <p:cNvSpPr/>
          <p:nvPr/>
        </p:nvSpPr>
        <p:spPr>
          <a:xfrm>
            <a:off x="7454416" y="5879823"/>
            <a:ext cx="448705" cy="45719"/>
          </a:xfrm>
          <a:custGeom>
            <a:avLst/>
            <a:gdLst/>
            <a:ahLst/>
            <a:cxnLst/>
            <a:rect l="0" t="0" r="0" b="0"/>
            <a:pathLst>
              <a:path w="228600" h="9525">
                <a:moveTo>
                  <a:pt x="0" y="0"/>
                </a:moveTo>
                <a:lnTo>
                  <a:pt x="114300" y="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/>
          <a:ln w="14287">
            <a:solidFill>
              <a:srgbClr val="404040"/>
            </a:solidFill>
            <a:prstDash val="dash"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5A5EC3-64A4-8973-55AE-70D6562910A5}"/>
              </a:ext>
            </a:extLst>
          </p:cNvPr>
          <p:cNvSpPr txBox="1"/>
          <p:nvPr/>
        </p:nvSpPr>
        <p:spPr>
          <a:xfrm>
            <a:off x="5267501" y="3763444"/>
            <a:ext cx="871432" cy="20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Class 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87532F-5303-B8AE-E434-CDA75BA9C38F}"/>
              </a:ext>
            </a:extLst>
          </p:cNvPr>
          <p:cNvGrpSpPr/>
          <p:nvPr/>
        </p:nvGrpSpPr>
        <p:grpSpPr>
          <a:xfrm>
            <a:off x="2279152" y="3448082"/>
            <a:ext cx="958777" cy="369965"/>
            <a:chOff x="590546" y="2966056"/>
            <a:chExt cx="714670" cy="27437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FFAFC82-2E62-30A8-EC72-967E49D2F08B}"/>
                </a:ext>
              </a:extLst>
            </p:cNvPr>
            <p:cNvSpPr txBox="1"/>
            <p:nvPr/>
          </p:nvSpPr>
          <p:spPr>
            <a:xfrm>
              <a:off x="536946" y="2966056"/>
              <a:ext cx="821870" cy="137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pen Sans Regular"/>
                </a:rPr>
                <a:t>IPv4 Address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A897B0-6343-041C-E1E6-FD95C4F6CEAA}"/>
                </a:ext>
              </a:extLst>
            </p:cNvPr>
            <p:cNvSpPr txBox="1"/>
            <p:nvPr/>
          </p:nvSpPr>
          <p:spPr>
            <a:xfrm>
              <a:off x="536946" y="3103215"/>
              <a:ext cx="821870" cy="1372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pen Sans Regular"/>
                </a:rPr>
                <a:t>Classes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5033C1F-D90B-8188-DA62-915267FC8D8B}"/>
              </a:ext>
            </a:extLst>
          </p:cNvPr>
          <p:cNvSpPr txBox="1"/>
          <p:nvPr/>
        </p:nvSpPr>
        <p:spPr>
          <a:xfrm>
            <a:off x="6483317" y="2737108"/>
            <a:ext cx="8875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192–223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AC70B4-02E7-981C-1E5F-251927AB3001}"/>
              </a:ext>
            </a:extLst>
          </p:cNvPr>
          <p:cNvSpPr txBox="1"/>
          <p:nvPr/>
        </p:nvSpPr>
        <p:spPr>
          <a:xfrm>
            <a:off x="6501018" y="3778012"/>
            <a:ext cx="9577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Multicast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F53A37-FB3A-2D06-CC7C-2089A1C91D3D}"/>
              </a:ext>
            </a:extLst>
          </p:cNvPr>
          <p:cNvSpPr txBox="1"/>
          <p:nvPr/>
        </p:nvSpPr>
        <p:spPr>
          <a:xfrm>
            <a:off x="5264575" y="2722540"/>
            <a:ext cx="846576" cy="20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Class 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144951-49FF-0A7B-C7B1-B3A1768367A7}"/>
              </a:ext>
            </a:extLst>
          </p:cNvPr>
          <p:cNvSpPr txBox="1"/>
          <p:nvPr/>
        </p:nvSpPr>
        <p:spPr>
          <a:xfrm>
            <a:off x="5217316" y="4827380"/>
            <a:ext cx="827423" cy="20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Class 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8E59D0-4909-DD9F-F554-231AFD22C6EE}"/>
              </a:ext>
            </a:extLst>
          </p:cNvPr>
          <p:cNvSpPr txBox="1"/>
          <p:nvPr/>
        </p:nvSpPr>
        <p:spPr>
          <a:xfrm>
            <a:off x="7988304" y="5771019"/>
            <a:ext cx="1899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Modern Networks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842D65-BB68-E910-372C-FF907B8D352A}"/>
              </a:ext>
            </a:extLst>
          </p:cNvPr>
          <p:cNvSpPr txBox="1"/>
          <p:nvPr/>
        </p:nvSpPr>
        <p:spPr>
          <a:xfrm>
            <a:off x="6424676" y="4841947"/>
            <a:ext cx="2448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Experimental/Reserved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804841-38B5-62AD-71D2-7AD61E8B2202}"/>
              </a:ext>
            </a:extLst>
          </p:cNvPr>
          <p:cNvSpPr txBox="1"/>
          <p:nvPr/>
        </p:nvSpPr>
        <p:spPr>
          <a:xfrm>
            <a:off x="5267500" y="731885"/>
            <a:ext cx="847247" cy="20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Class 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0FF4A6-72E3-1C13-601A-E65D94B8395E}"/>
              </a:ext>
            </a:extLst>
          </p:cNvPr>
          <p:cNvSpPr txBox="1"/>
          <p:nvPr/>
        </p:nvSpPr>
        <p:spPr>
          <a:xfrm>
            <a:off x="6485713" y="1752875"/>
            <a:ext cx="8875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128–191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2C4207-92B5-56AF-FD96-73A89D3658F3}"/>
              </a:ext>
            </a:extLst>
          </p:cNvPr>
          <p:cNvSpPr txBox="1"/>
          <p:nvPr/>
        </p:nvSpPr>
        <p:spPr>
          <a:xfrm>
            <a:off x="5264575" y="1738309"/>
            <a:ext cx="850620" cy="209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Class 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9CF863-F89C-6297-4570-A33CD0B841AF}"/>
              </a:ext>
            </a:extLst>
          </p:cNvPr>
          <p:cNvSpPr txBox="1"/>
          <p:nvPr/>
        </p:nvSpPr>
        <p:spPr>
          <a:xfrm>
            <a:off x="6486642" y="746452"/>
            <a:ext cx="1771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1–126 First Octet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2C5A74-DAD1-A39C-AB56-C0728509E3FA}"/>
              </a:ext>
            </a:extLst>
          </p:cNvPr>
          <p:cNvSpPr txBox="1"/>
          <p:nvPr/>
        </p:nvSpPr>
        <p:spPr>
          <a:xfrm>
            <a:off x="5229565" y="5784672"/>
            <a:ext cx="1710311" cy="190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CIDR/Prefix Notation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Subnetting —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D299A-4F5D-B2F8-1670-0148B679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31" y="868680"/>
            <a:ext cx="9319260" cy="54787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4227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Subnetting Example — /24 → 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7B25C-8F94-E7C4-5BAF-10CF1006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" y="541020"/>
            <a:ext cx="10736580" cy="5775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Evolving Network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SDN • SD-WAN • VXLAN • ZTA • SASE/SSE • IaC • IPv6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7631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SDN vs SD-WAN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5CD63-15F4-FEEF-03C0-009F33BB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9" y="685800"/>
            <a:ext cx="10515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VXLAN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D09D0-7FD7-48C2-217A-FFE41A474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592733"/>
            <a:ext cx="9555480" cy="5836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208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Zero 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39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161C6-F088-4745-4A71-A990FB45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92" y="505190"/>
            <a:ext cx="9447619" cy="58476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2E1F0"/>
                </a:solidFill>
              </a:defRPr>
            </a:pPr>
            <a:r>
              <a:t>User → access → switching → routing → security → service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8701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rPr dirty="0"/>
              <a:t>Simple End-to-End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43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49452-7DE2-7BA7-B8A2-9B704033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92" y="624238"/>
            <a:ext cx="9752381" cy="56095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Day 1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1. Which OSI layer handles routing?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2. Switch vs router — what is the key difference?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3. What is a VPC?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4. Scalability vs elasticity?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5. Which transport protocol provides TCP-style reliable delivery?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6. What is the purpose of a port?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7. What is a private IPv4 address?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8. What does subnetting accomplish?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9. SDN vs SD-WAN?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10. What major addressing problem does IPv6 address?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B48"/>
                </a:solidFill>
              </a:defRPr>
            </a:pPr>
            <a:r>
              <a:t>Day 1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OSI provides a structured way to understand communication.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Devices perform specific network functions.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Protocols and ports support application communication.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Media and connectors determine physical transmission.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Topology and architecture shape traffic flow.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IPv4 addressing and subnetting define network boundaries.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Modern networks increasingly use cloud, software-defined control, automation and IPv6.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</a:defRPr>
            </a:pPr>
            <a:r>
              <a:t>Tomorrow → routing, switching, VLANs, wireless and physical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4748B"/>
                </a:solidFill>
              </a:defRPr>
            </a:pPr>
            <a:r>
              <a:t>CompTIA Network+ • Day 1 • Networking Concepts • 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2130</Words>
  <Application>Microsoft Office PowerPoint</Application>
  <PresentationFormat>Widescreen</PresentationFormat>
  <Paragraphs>233</Paragraphs>
  <Slides>43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Open Sans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Info Desk</cp:lastModifiedBy>
  <cp:revision>1</cp:revision>
  <dcterms:created xsi:type="dcterms:W3CDTF">2013-01-27T09:14:16Z</dcterms:created>
  <dcterms:modified xsi:type="dcterms:W3CDTF">2026-09-03T15:00:51Z</dcterms:modified>
  <cp:category/>
</cp:coreProperties>
</file>